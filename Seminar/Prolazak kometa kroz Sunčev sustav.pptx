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97" r:id="rId4"/>
    <p:sldId id="275" r:id="rId5"/>
    <p:sldId id="277" r:id="rId6"/>
    <p:sldId id="278" r:id="rId7"/>
    <p:sldId id="290" r:id="rId8"/>
    <p:sldId id="288" r:id="rId9"/>
    <p:sldId id="289" r:id="rId10"/>
    <p:sldId id="298" r:id="rId11"/>
    <p:sldId id="299" r:id="rId12"/>
    <p:sldId id="301" r:id="rId13"/>
    <p:sldId id="281" r:id="rId14"/>
    <p:sldId id="263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vijetli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7B4D0-BA4A-479D-80D7-A65586A2336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3CB499-DD7D-463F-9721-BF769176F231}">
      <dgm:prSet phldrT="[Tekst]" phldr="0"/>
      <dgm:spPr/>
      <dgm:t>
        <a:bodyPr/>
        <a:lstStyle/>
        <a:p>
          <a:pPr algn="l"/>
          <a:r>
            <a:rPr lang="en-US" sz="11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Matematički</a:t>
          </a:r>
          <a:r>
            <a:rPr lang="en-US" sz="11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n-US" sz="1100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1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fizikalni</a:t>
          </a:r>
          <a:r>
            <a:rPr lang="en-US" sz="1100" b="0" dirty="0">
              <a:latin typeface="Times New Roman" panose="02020603050405020304" pitchFamily="18" charset="0"/>
              <a:cs typeface="Times New Roman" panose="02020603050405020304" pitchFamily="18" charset="0"/>
            </a:rPr>
            <a:t> model </a:t>
          </a:r>
          <a:r>
            <a:rPr lang="en-US" sz="11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sustava</a:t>
          </a:r>
          <a:endParaRPr lang="hr-HR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E65D07-F725-4C2F-A1D9-6FD67F78F871}" type="parTrans" cxnId="{600F0454-88A1-4AC6-91A6-CD67BE79C3BE}">
      <dgm:prSet/>
      <dgm:spPr/>
      <dgm:t>
        <a:bodyPr/>
        <a:lstStyle/>
        <a:p>
          <a:endParaRPr lang="en-US"/>
        </a:p>
      </dgm:t>
    </dgm:pt>
    <dgm:pt modelId="{C1CCB2DA-52D4-4C3B-AA15-73D727B780AA}" type="sibTrans" cxnId="{600F0454-88A1-4AC6-91A6-CD67BE79C3BE}">
      <dgm:prSet/>
      <dgm:spPr/>
      <dgm:t>
        <a:bodyPr/>
        <a:lstStyle/>
        <a:p>
          <a:endParaRPr lang="en-US"/>
        </a:p>
      </dgm:t>
    </dgm:pt>
    <dgm:pt modelId="{D8438E0B-4940-470D-8B98-64F3968A6983}">
      <dgm:prSet phldrT="[Tekst]" phldr="0"/>
      <dgm:spPr/>
      <dgm:t>
        <a:bodyPr/>
        <a:lstStyle/>
        <a:p>
          <a:pPr algn="l" rtl="0"/>
          <a:r>
            <a:rPr lang="hr-HR" sz="11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Popis literature</a:t>
          </a:r>
        </a:p>
      </dgm:t>
    </dgm:pt>
    <dgm:pt modelId="{76CEDA35-0F2E-40A4-8D21-F6C883BDA812}" type="parTrans" cxnId="{A9FB5686-392C-41B2-9340-55E38E6F5AD5}">
      <dgm:prSet/>
      <dgm:spPr/>
      <dgm:t>
        <a:bodyPr/>
        <a:lstStyle/>
        <a:p>
          <a:endParaRPr lang="en-US"/>
        </a:p>
      </dgm:t>
    </dgm:pt>
    <dgm:pt modelId="{8F83648C-EB2C-40CE-B55F-7B979DA8F12A}" type="sibTrans" cxnId="{A9FB5686-392C-41B2-9340-55E38E6F5AD5}">
      <dgm:prSet/>
      <dgm:spPr/>
      <dgm:t>
        <a:bodyPr/>
        <a:lstStyle/>
        <a:p>
          <a:endParaRPr lang="en-US"/>
        </a:p>
      </dgm:t>
    </dgm:pt>
    <dgm:pt modelId="{E8656BDC-3A5D-4ED6-85AA-76531DDAE240}">
      <dgm:prSet phldrT="[Tekst]" phldr="0"/>
      <dgm:spPr/>
      <dgm:t>
        <a:bodyPr/>
        <a:lstStyle/>
        <a:p>
          <a:pPr algn="l"/>
          <a:r>
            <a:rPr lang="hr-HR" sz="1100" dirty="0">
              <a:solidFill>
                <a:schemeClr val="tx1"/>
              </a:solidFill>
              <a:latin typeface="Times New Roman"/>
              <a:cs typeface="Times New Roman"/>
            </a:rPr>
            <a:t>Početni uvjeti i podaci</a:t>
          </a:r>
          <a:endParaRPr lang="hr-HR" sz="11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888D3E-D4EA-498E-A7B3-57AA3B6EE986}" type="parTrans" cxnId="{731D0BEF-A60D-4FBC-978F-5135579160AC}">
      <dgm:prSet/>
      <dgm:spPr/>
      <dgm:t>
        <a:bodyPr/>
        <a:lstStyle/>
        <a:p>
          <a:endParaRPr lang="en-US"/>
        </a:p>
      </dgm:t>
    </dgm:pt>
    <dgm:pt modelId="{10621579-5DC4-4A13-BEC0-E09F5D71B2A4}" type="sibTrans" cxnId="{731D0BEF-A60D-4FBC-978F-5135579160AC}">
      <dgm:prSet/>
      <dgm:spPr/>
      <dgm:t>
        <a:bodyPr/>
        <a:lstStyle/>
        <a:p>
          <a:endParaRPr lang="en-US"/>
        </a:p>
      </dgm:t>
    </dgm:pt>
    <dgm:pt modelId="{8116513C-8697-45AA-81BC-79AB1A37E0CC}">
      <dgm:prSet phldrT="[Tekst]" phldr="0"/>
      <dgm:spPr/>
      <dgm:t>
        <a:bodyPr/>
        <a:lstStyle/>
        <a:p>
          <a:pPr algn="l"/>
          <a:r>
            <a:rPr lang="hr-HR" sz="11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Zaključak</a:t>
          </a:r>
        </a:p>
      </dgm:t>
    </dgm:pt>
    <dgm:pt modelId="{3FB8518D-EF0F-4D3A-9C04-E40D6DBE302A}" type="parTrans" cxnId="{7B14EB80-303C-40F5-AADF-8910996FFB6D}">
      <dgm:prSet/>
      <dgm:spPr/>
      <dgm:t>
        <a:bodyPr/>
        <a:lstStyle/>
        <a:p>
          <a:endParaRPr lang="en-US"/>
        </a:p>
      </dgm:t>
    </dgm:pt>
    <dgm:pt modelId="{9EF7A412-2587-45E6-9736-B3AC246BA80C}" type="sibTrans" cxnId="{7B14EB80-303C-40F5-AADF-8910996FFB6D}">
      <dgm:prSet/>
      <dgm:spPr/>
      <dgm:t>
        <a:bodyPr/>
        <a:lstStyle/>
        <a:p>
          <a:endParaRPr lang="en-US"/>
        </a:p>
      </dgm:t>
    </dgm:pt>
    <dgm:pt modelId="{B74F7DEC-CE09-4B17-9817-CF0185D7544F}">
      <dgm:prSet phldrT="[Tekst]" phldr="0"/>
      <dgm:spPr/>
      <dgm:t>
        <a:bodyPr/>
        <a:lstStyle/>
        <a:p>
          <a:pPr algn="l" rtl="0"/>
          <a:r>
            <a:rPr lang="hr-HR" sz="11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Opis zadatka</a:t>
          </a:r>
        </a:p>
      </dgm:t>
    </dgm:pt>
    <dgm:pt modelId="{1E6C9ACE-D351-4B2C-99BD-98163D0D82E8}" type="parTrans" cxnId="{10A64FF4-EB0E-4FBE-BFE0-5425369E22EA}">
      <dgm:prSet/>
      <dgm:spPr/>
      <dgm:t>
        <a:bodyPr/>
        <a:lstStyle/>
        <a:p>
          <a:endParaRPr lang="en-US"/>
        </a:p>
      </dgm:t>
    </dgm:pt>
    <dgm:pt modelId="{534430F3-A97A-454E-8941-D971EBE805E6}" type="sibTrans" cxnId="{10A64FF4-EB0E-4FBE-BFE0-5425369E22EA}">
      <dgm:prSet/>
      <dgm:spPr/>
      <dgm:t>
        <a:bodyPr/>
        <a:lstStyle/>
        <a:p>
          <a:endParaRPr lang="en-US"/>
        </a:p>
      </dgm:t>
    </dgm:pt>
    <dgm:pt modelId="{BC7EC1F2-3309-4DE3-BAA5-8847FD8A76BC}">
      <dgm:prSet phldrT="[Tekst]" phldr="0"/>
      <dgm:spPr/>
      <dgm:t>
        <a:bodyPr/>
        <a:lstStyle/>
        <a:p>
          <a:pPr algn="l" rtl="0"/>
          <a:r>
            <a:rPr lang="hr-HR" sz="11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Struktura programa</a:t>
          </a:r>
        </a:p>
      </dgm:t>
    </dgm:pt>
    <dgm:pt modelId="{CEB85306-4E79-473A-A4C5-1A21B3E288D4}" type="parTrans" cxnId="{1B01F3DB-89C3-4F51-8DAD-92C52A9FCC10}">
      <dgm:prSet/>
      <dgm:spPr/>
      <dgm:t>
        <a:bodyPr/>
        <a:lstStyle/>
        <a:p>
          <a:endParaRPr lang="en-US"/>
        </a:p>
      </dgm:t>
    </dgm:pt>
    <dgm:pt modelId="{B44457C1-40F6-493D-B400-A5F5427B298D}" type="sibTrans" cxnId="{1B01F3DB-89C3-4F51-8DAD-92C52A9FCC10}">
      <dgm:prSet/>
      <dgm:spPr/>
      <dgm:t>
        <a:bodyPr/>
        <a:lstStyle/>
        <a:p>
          <a:endParaRPr lang="en-US"/>
        </a:p>
      </dgm:t>
    </dgm:pt>
    <dgm:pt modelId="{54E789DD-2C5C-4EA8-874F-316217CAF808}">
      <dgm:prSet phldrT="[Tekst]" phldr="0"/>
      <dgm:spPr/>
      <dgm:t>
        <a:bodyPr/>
        <a:lstStyle/>
        <a:p>
          <a:pPr algn="l" rtl="0"/>
          <a:r>
            <a:rPr lang="hr-HR" sz="1100" dirty="0">
              <a:solidFill>
                <a:schemeClr val="tx1"/>
              </a:solidFill>
              <a:latin typeface="Times New Roman"/>
              <a:cs typeface="Times New Roman"/>
            </a:rPr>
            <a:t>Detekcija sudara</a:t>
          </a:r>
          <a:endParaRPr lang="hr-HR" sz="11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330A44-F878-49AB-B0BC-C23CFFA93D0B}" type="parTrans" cxnId="{581B55E7-5F99-4C56-8A11-CAAB6541D562}">
      <dgm:prSet/>
      <dgm:spPr/>
      <dgm:t>
        <a:bodyPr/>
        <a:lstStyle/>
        <a:p>
          <a:endParaRPr lang="en-US"/>
        </a:p>
      </dgm:t>
    </dgm:pt>
    <dgm:pt modelId="{FE8061AF-FBC0-40EE-81D5-09B59CF4FE32}" type="sibTrans" cxnId="{581B55E7-5F99-4C56-8A11-CAAB6541D562}">
      <dgm:prSet/>
      <dgm:spPr/>
      <dgm:t>
        <a:bodyPr/>
        <a:lstStyle/>
        <a:p>
          <a:endParaRPr lang="en-US"/>
        </a:p>
      </dgm:t>
    </dgm:pt>
    <dgm:pt modelId="{346CF23F-70C5-4A3A-8B1F-AC7E58A63BBD}">
      <dgm:prSet phldrT="[Tekst]" phldr="0"/>
      <dgm:spPr/>
      <dgm:t>
        <a:bodyPr/>
        <a:lstStyle/>
        <a:p>
          <a:pPr algn="l" rtl="0"/>
          <a:r>
            <a:rPr lang="hr-HR" sz="11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Rezultati</a:t>
          </a:r>
        </a:p>
      </dgm:t>
    </dgm:pt>
    <dgm:pt modelId="{1CCF8C86-9086-4F41-9AF7-79B105E6F75D}" type="parTrans" cxnId="{BD483E2C-366F-4F1C-899F-BA3B155056F2}">
      <dgm:prSet/>
      <dgm:spPr/>
      <dgm:t>
        <a:bodyPr/>
        <a:lstStyle/>
        <a:p>
          <a:endParaRPr lang="en-US"/>
        </a:p>
      </dgm:t>
    </dgm:pt>
    <dgm:pt modelId="{142E50DC-F833-4072-8A4B-53BE89C52739}" type="sibTrans" cxnId="{BD483E2C-366F-4F1C-899F-BA3B155056F2}">
      <dgm:prSet/>
      <dgm:spPr/>
      <dgm:t>
        <a:bodyPr/>
        <a:lstStyle/>
        <a:p>
          <a:endParaRPr lang="en-US"/>
        </a:p>
      </dgm:t>
    </dgm:pt>
    <dgm:pt modelId="{0A2AA207-A927-477D-BEC3-00507EF4E9C2}" type="pres">
      <dgm:prSet presAssocID="{A547B4D0-BA4A-479D-80D7-A65586A2336E}" presName="vert0" presStyleCnt="0">
        <dgm:presLayoutVars>
          <dgm:dir/>
          <dgm:animOne val="branch"/>
          <dgm:animLvl val="lvl"/>
        </dgm:presLayoutVars>
      </dgm:prSet>
      <dgm:spPr/>
    </dgm:pt>
    <dgm:pt modelId="{6FE8DA65-36B8-4883-B11C-8E1E0A2B85C1}" type="pres">
      <dgm:prSet presAssocID="{B74F7DEC-CE09-4B17-9817-CF0185D7544F}" presName="thickLine" presStyleLbl="alignNode1" presStyleIdx="0" presStyleCnt="8"/>
      <dgm:spPr/>
    </dgm:pt>
    <dgm:pt modelId="{FD81580E-4BB3-44BE-A850-36D16ED00116}" type="pres">
      <dgm:prSet presAssocID="{B74F7DEC-CE09-4B17-9817-CF0185D7544F}" presName="horz1" presStyleCnt="0"/>
      <dgm:spPr/>
    </dgm:pt>
    <dgm:pt modelId="{1EDE7340-B796-4DD8-BF38-326FDEADE4DD}" type="pres">
      <dgm:prSet presAssocID="{B74F7DEC-CE09-4B17-9817-CF0185D7544F}" presName="tx1" presStyleLbl="revTx" presStyleIdx="0" presStyleCnt="8"/>
      <dgm:spPr/>
    </dgm:pt>
    <dgm:pt modelId="{B9266432-2837-4D34-8CC7-577E4D3826A0}" type="pres">
      <dgm:prSet presAssocID="{B74F7DEC-CE09-4B17-9817-CF0185D7544F}" presName="vert1" presStyleCnt="0"/>
      <dgm:spPr/>
    </dgm:pt>
    <dgm:pt modelId="{121BB8A7-1402-4818-9EF4-2E73B55F0161}" type="pres">
      <dgm:prSet presAssocID="{E83CB499-DD7D-463F-9721-BF769176F231}" presName="thickLine" presStyleLbl="alignNode1" presStyleIdx="1" presStyleCnt="8"/>
      <dgm:spPr/>
    </dgm:pt>
    <dgm:pt modelId="{7C21911D-AD7A-4045-8A3A-5F994688A468}" type="pres">
      <dgm:prSet presAssocID="{E83CB499-DD7D-463F-9721-BF769176F231}" presName="horz1" presStyleCnt="0"/>
      <dgm:spPr/>
    </dgm:pt>
    <dgm:pt modelId="{83D3997F-77C2-4797-824E-53B077DB3087}" type="pres">
      <dgm:prSet presAssocID="{E83CB499-DD7D-463F-9721-BF769176F231}" presName="tx1" presStyleLbl="revTx" presStyleIdx="1" presStyleCnt="8"/>
      <dgm:spPr/>
    </dgm:pt>
    <dgm:pt modelId="{72BBBC0E-770C-4935-AFB7-F67A9931BECB}" type="pres">
      <dgm:prSet presAssocID="{E83CB499-DD7D-463F-9721-BF769176F231}" presName="vert1" presStyleCnt="0"/>
      <dgm:spPr/>
    </dgm:pt>
    <dgm:pt modelId="{027570FD-E41A-45FB-973C-2D88EFBD87B8}" type="pres">
      <dgm:prSet presAssocID="{E8656BDC-3A5D-4ED6-85AA-76531DDAE240}" presName="thickLine" presStyleLbl="alignNode1" presStyleIdx="2" presStyleCnt="8"/>
      <dgm:spPr/>
    </dgm:pt>
    <dgm:pt modelId="{37DB507A-A21D-428E-A225-383719B505DF}" type="pres">
      <dgm:prSet presAssocID="{E8656BDC-3A5D-4ED6-85AA-76531DDAE240}" presName="horz1" presStyleCnt="0"/>
      <dgm:spPr/>
    </dgm:pt>
    <dgm:pt modelId="{7CCB410B-1377-47A5-8AED-F76CAA73D9B7}" type="pres">
      <dgm:prSet presAssocID="{E8656BDC-3A5D-4ED6-85AA-76531DDAE240}" presName="tx1" presStyleLbl="revTx" presStyleIdx="2" presStyleCnt="8"/>
      <dgm:spPr/>
    </dgm:pt>
    <dgm:pt modelId="{C4CDDC37-7799-4FC6-A29A-6BCE459246AB}" type="pres">
      <dgm:prSet presAssocID="{E8656BDC-3A5D-4ED6-85AA-76531DDAE240}" presName="vert1" presStyleCnt="0"/>
      <dgm:spPr/>
    </dgm:pt>
    <dgm:pt modelId="{C72BF4A7-9C63-46D2-9F47-660092366F99}" type="pres">
      <dgm:prSet presAssocID="{BC7EC1F2-3309-4DE3-BAA5-8847FD8A76BC}" presName="thickLine" presStyleLbl="alignNode1" presStyleIdx="3" presStyleCnt="8"/>
      <dgm:spPr/>
    </dgm:pt>
    <dgm:pt modelId="{5AE2B83F-8C1E-48A3-8ECD-AEE86B238F45}" type="pres">
      <dgm:prSet presAssocID="{BC7EC1F2-3309-4DE3-BAA5-8847FD8A76BC}" presName="horz1" presStyleCnt="0"/>
      <dgm:spPr/>
    </dgm:pt>
    <dgm:pt modelId="{5C2224BD-BD4D-436F-A6C3-90C5322CA6CE}" type="pres">
      <dgm:prSet presAssocID="{BC7EC1F2-3309-4DE3-BAA5-8847FD8A76BC}" presName="tx1" presStyleLbl="revTx" presStyleIdx="3" presStyleCnt="8"/>
      <dgm:spPr/>
    </dgm:pt>
    <dgm:pt modelId="{958E94D6-3651-4141-B35F-D9464CF708C4}" type="pres">
      <dgm:prSet presAssocID="{BC7EC1F2-3309-4DE3-BAA5-8847FD8A76BC}" presName="vert1" presStyleCnt="0"/>
      <dgm:spPr/>
    </dgm:pt>
    <dgm:pt modelId="{13AE06A4-9A64-4ACC-844D-7958CE2E4729}" type="pres">
      <dgm:prSet presAssocID="{54E789DD-2C5C-4EA8-874F-316217CAF808}" presName="thickLine" presStyleLbl="alignNode1" presStyleIdx="4" presStyleCnt="8"/>
      <dgm:spPr/>
    </dgm:pt>
    <dgm:pt modelId="{5323C706-C984-4DFC-BFAC-D47E978A95EF}" type="pres">
      <dgm:prSet presAssocID="{54E789DD-2C5C-4EA8-874F-316217CAF808}" presName="horz1" presStyleCnt="0"/>
      <dgm:spPr/>
    </dgm:pt>
    <dgm:pt modelId="{10D92F00-84BF-40F5-8E0D-51DB7638AC6A}" type="pres">
      <dgm:prSet presAssocID="{54E789DD-2C5C-4EA8-874F-316217CAF808}" presName="tx1" presStyleLbl="revTx" presStyleIdx="4" presStyleCnt="8"/>
      <dgm:spPr/>
    </dgm:pt>
    <dgm:pt modelId="{2CC9BF75-6AA1-4380-95A3-8D9BDE4210A4}" type="pres">
      <dgm:prSet presAssocID="{54E789DD-2C5C-4EA8-874F-316217CAF808}" presName="vert1" presStyleCnt="0"/>
      <dgm:spPr/>
    </dgm:pt>
    <dgm:pt modelId="{DE815061-A6C4-48EF-80C1-A6A2CEAB0B4B}" type="pres">
      <dgm:prSet presAssocID="{346CF23F-70C5-4A3A-8B1F-AC7E58A63BBD}" presName="thickLine" presStyleLbl="alignNode1" presStyleIdx="5" presStyleCnt="8"/>
      <dgm:spPr/>
    </dgm:pt>
    <dgm:pt modelId="{F4E40EEE-5B42-4773-9D01-AEEE837AC88C}" type="pres">
      <dgm:prSet presAssocID="{346CF23F-70C5-4A3A-8B1F-AC7E58A63BBD}" presName="horz1" presStyleCnt="0"/>
      <dgm:spPr/>
    </dgm:pt>
    <dgm:pt modelId="{7D91C2CF-7074-4AA0-B669-166CF094C219}" type="pres">
      <dgm:prSet presAssocID="{346CF23F-70C5-4A3A-8B1F-AC7E58A63BBD}" presName="tx1" presStyleLbl="revTx" presStyleIdx="5" presStyleCnt="8"/>
      <dgm:spPr/>
    </dgm:pt>
    <dgm:pt modelId="{F4E16664-F808-40CD-9160-07869CEB3EF1}" type="pres">
      <dgm:prSet presAssocID="{346CF23F-70C5-4A3A-8B1F-AC7E58A63BBD}" presName="vert1" presStyleCnt="0"/>
      <dgm:spPr/>
    </dgm:pt>
    <dgm:pt modelId="{506ECB78-4C48-412C-8D59-D9A562E417E9}" type="pres">
      <dgm:prSet presAssocID="{8116513C-8697-45AA-81BC-79AB1A37E0CC}" presName="thickLine" presStyleLbl="alignNode1" presStyleIdx="6" presStyleCnt="8"/>
      <dgm:spPr/>
    </dgm:pt>
    <dgm:pt modelId="{47D75047-E28D-4624-85FA-8D964F364547}" type="pres">
      <dgm:prSet presAssocID="{8116513C-8697-45AA-81BC-79AB1A37E0CC}" presName="horz1" presStyleCnt="0"/>
      <dgm:spPr/>
    </dgm:pt>
    <dgm:pt modelId="{4DB4E0C0-C82A-47FF-AE60-EABC7907FFA7}" type="pres">
      <dgm:prSet presAssocID="{8116513C-8697-45AA-81BC-79AB1A37E0CC}" presName="tx1" presStyleLbl="revTx" presStyleIdx="6" presStyleCnt="8"/>
      <dgm:spPr/>
    </dgm:pt>
    <dgm:pt modelId="{5FC021EA-426C-458A-AEA0-F896928D0167}" type="pres">
      <dgm:prSet presAssocID="{8116513C-8697-45AA-81BC-79AB1A37E0CC}" presName="vert1" presStyleCnt="0"/>
      <dgm:spPr/>
    </dgm:pt>
    <dgm:pt modelId="{8829E87B-9DB1-4C36-84EF-27FA9E2ADCC0}" type="pres">
      <dgm:prSet presAssocID="{D8438E0B-4940-470D-8B98-64F3968A6983}" presName="thickLine" presStyleLbl="alignNode1" presStyleIdx="7" presStyleCnt="8"/>
      <dgm:spPr/>
    </dgm:pt>
    <dgm:pt modelId="{DB50FF0F-9E3E-4688-82EB-FFC8BE6FA4FB}" type="pres">
      <dgm:prSet presAssocID="{D8438E0B-4940-470D-8B98-64F3968A6983}" presName="horz1" presStyleCnt="0"/>
      <dgm:spPr/>
    </dgm:pt>
    <dgm:pt modelId="{428FDE8A-782A-459C-BC0F-BDC02EB018D2}" type="pres">
      <dgm:prSet presAssocID="{D8438E0B-4940-470D-8B98-64F3968A6983}" presName="tx1" presStyleLbl="revTx" presStyleIdx="7" presStyleCnt="8"/>
      <dgm:spPr/>
    </dgm:pt>
    <dgm:pt modelId="{22DC3807-4803-4105-AA92-64BBB0E63F2E}" type="pres">
      <dgm:prSet presAssocID="{D8438E0B-4940-470D-8B98-64F3968A6983}" presName="vert1" presStyleCnt="0"/>
      <dgm:spPr/>
    </dgm:pt>
  </dgm:ptLst>
  <dgm:cxnLst>
    <dgm:cxn modelId="{1461C514-1673-4058-9EC6-C3F125A58740}" type="presOf" srcId="{D8438E0B-4940-470D-8B98-64F3968A6983}" destId="{428FDE8A-782A-459C-BC0F-BDC02EB018D2}" srcOrd="0" destOrd="0" presId="urn:microsoft.com/office/officeart/2008/layout/LinedList"/>
    <dgm:cxn modelId="{B6CB4F24-38B4-463F-AB58-5DEAB2D5D8D5}" type="presOf" srcId="{E8656BDC-3A5D-4ED6-85AA-76531DDAE240}" destId="{7CCB410B-1377-47A5-8AED-F76CAA73D9B7}" srcOrd="0" destOrd="0" presId="urn:microsoft.com/office/officeart/2008/layout/LinedList"/>
    <dgm:cxn modelId="{BD483E2C-366F-4F1C-899F-BA3B155056F2}" srcId="{A547B4D0-BA4A-479D-80D7-A65586A2336E}" destId="{346CF23F-70C5-4A3A-8B1F-AC7E58A63BBD}" srcOrd="5" destOrd="0" parTransId="{1CCF8C86-9086-4F41-9AF7-79B105E6F75D}" sibTransId="{142E50DC-F833-4072-8A4B-53BE89C52739}"/>
    <dgm:cxn modelId="{BBF21538-05D1-4688-881B-94A82F8BA6BD}" type="presOf" srcId="{8116513C-8697-45AA-81BC-79AB1A37E0CC}" destId="{4DB4E0C0-C82A-47FF-AE60-EABC7907FFA7}" srcOrd="0" destOrd="0" presId="urn:microsoft.com/office/officeart/2008/layout/LinedList"/>
    <dgm:cxn modelId="{8345FE52-D38A-43C4-BD81-0A7633E216B9}" type="presOf" srcId="{A547B4D0-BA4A-479D-80D7-A65586A2336E}" destId="{0A2AA207-A927-477D-BEC3-00507EF4E9C2}" srcOrd="0" destOrd="0" presId="urn:microsoft.com/office/officeart/2008/layout/LinedList"/>
    <dgm:cxn modelId="{600F0454-88A1-4AC6-91A6-CD67BE79C3BE}" srcId="{A547B4D0-BA4A-479D-80D7-A65586A2336E}" destId="{E83CB499-DD7D-463F-9721-BF769176F231}" srcOrd="1" destOrd="0" parTransId="{5EE65D07-F725-4C2F-A1D9-6FD67F78F871}" sibTransId="{C1CCB2DA-52D4-4C3B-AA15-73D727B780AA}"/>
    <dgm:cxn modelId="{AC305474-E7B1-4D65-B297-2FFDE05C32BA}" type="presOf" srcId="{B74F7DEC-CE09-4B17-9817-CF0185D7544F}" destId="{1EDE7340-B796-4DD8-BF38-326FDEADE4DD}" srcOrd="0" destOrd="0" presId="urn:microsoft.com/office/officeart/2008/layout/LinedList"/>
    <dgm:cxn modelId="{4D14157C-ADCD-4938-B02C-1C7FE508938D}" type="presOf" srcId="{54E789DD-2C5C-4EA8-874F-316217CAF808}" destId="{10D92F00-84BF-40F5-8E0D-51DB7638AC6A}" srcOrd="0" destOrd="0" presId="urn:microsoft.com/office/officeart/2008/layout/LinedList"/>
    <dgm:cxn modelId="{7B14EB80-303C-40F5-AADF-8910996FFB6D}" srcId="{A547B4D0-BA4A-479D-80D7-A65586A2336E}" destId="{8116513C-8697-45AA-81BC-79AB1A37E0CC}" srcOrd="6" destOrd="0" parTransId="{3FB8518D-EF0F-4D3A-9C04-E40D6DBE302A}" sibTransId="{9EF7A412-2587-45E6-9736-B3AC246BA80C}"/>
    <dgm:cxn modelId="{8A707B84-A101-4C73-895D-1504EC220DD4}" type="presOf" srcId="{BC7EC1F2-3309-4DE3-BAA5-8847FD8A76BC}" destId="{5C2224BD-BD4D-436F-A6C3-90C5322CA6CE}" srcOrd="0" destOrd="0" presId="urn:microsoft.com/office/officeart/2008/layout/LinedList"/>
    <dgm:cxn modelId="{A9FB5686-392C-41B2-9340-55E38E6F5AD5}" srcId="{A547B4D0-BA4A-479D-80D7-A65586A2336E}" destId="{D8438E0B-4940-470D-8B98-64F3968A6983}" srcOrd="7" destOrd="0" parTransId="{76CEDA35-0F2E-40A4-8D21-F6C883BDA812}" sibTransId="{8F83648C-EB2C-40CE-B55F-7B979DA8F12A}"/>
    <dgm:cxn modelId="{1B01F3DB-89C3-4F51-8DAD-92C52A9FCC10}" srcId="{A547B4D0-BA4A-479D-80D7-A65586A2336E}" destId="{BC7EC1F2-3309-4DE3-BAA5-8847FD8A76BC}" srcOrd="3" destOrd="0" parTransId="{CEB85306-4E79-473A-A4C5-1A21B3E288D4}" sibTransId="{B44457C1-40F6-493D-B400-A5F5427B298D}"/>
    <dgm:cxn modelId="{D5AEFEDF-71EC-40E9-B6C6-1F90E26C9CF3}" type="presOf" srcId="{E83CB499-DD7D-463F-9721-BF769176F231}" destId="{83D3997F-77C2-4797-824E-53B077DB3087}" srcOrd="0" destOrd="0" presId="urn:microsoft.com/office/officeart/2008/layout/LinedList"/>
    <dgm:cxn modelId="{1A22FFE1-BB54-4188-A9F1-C38BB780F793}" type="presOf" srcId="{346CF23F-70C5-4A3A-8B1F-AC7E58A63BBD}" destId="{7D91C2CF-7074-4AA0-B669-166CF094C219}" srcOrd="0" destOrd="0" presId="urn:microsoft.com/office/officeart/2008/layout/LinedList"/>
    <dgm:cxn modelId="{581B55E7-5F99-4C56-8A11-CAAB6541D562}" srcId="{A547B4D0-BA4A-479D-80D7-A65586A2336E}" destId="{54E789DD-2C5C-4EA8-874F-316217CAF808}" srcOrd="4" destOrd="0" parTransId="{A9330A44-F878-49AB-B0BC-C23CFFA93D0B}" sibTransId="{FE8061AF-FBC0-40EE-81D5-09B59CF4FE32}"/>
    <dgm:cxn modelId="{731D0BEF-A60D-4FBC-978F-5135579160AC}" srcId="{A547B4D0-BA4A-479D-80D7-A65586A2336E}" destId="{E8656BDC-3A5D-4ED6-85AA-76531DDAE240}" srcOrd="2" destOrd="0" parTransId="{BE888D3E-D4EA-498E-A7B3-57AA3B6EE986}" sibTransId="{10621579-5DC4-4A13-BEC0-E09F5D71B2A4}"/>
    <dgm:cxn modelId="{10A64FF4-EB0E-4FBE-BFE0-5425369E22EA}" srcId="{A547B4D0-BA4A-479D-80D7-A65586A2336E}" destId="{B74F7DEC-CE09-4B17-9817-CF0185D7544F}" srcOrd="0" destOrd="0" parTransId="{1E6C9ACE-D351-4B2C-99BD-98163D0D82E8}" sibTransId="{534430F3-A97A-454E-8941-D971EBE805E6}"/>
    <dgm:cxn modelId="{4B40378E-9D40-40B7-A760-F63D7BDDC462}" type="presParOf" srcId="{0A2AA207-A927-477D-BEC3-00507EF4E9C2}" destId="{6FE8DA65-36B8-4883-B11C-8E1E0A2B85C1}" srcOrd="0" destOrd="0" presId="urn:microsoft.com/office/officeart/2008/layout/LinedList"/>
    <dgm:cxn modelId="{6D7FE9D1-7650-4E4F-8440-D47727F16C79}" type="presParOf" srcId="{0A2AA207-A927-477D-BEC3-00507EF4E9C2}" destId="{FD81580E-4BB3-44BE-A850-36D16ED00116}" srcOrd="1" destOrd="0" presId="urn:microsoft.com/office/officeart/2008/layout/LinedList"/>
    <dgm:cxn modelId="{3AD395A6-9E30-4301-A674-2D040CFAC07B}" type="presParOf" srcId="{FD81580E-4BB3-44BE-A850-36D16ED00116}" destId="{1EDE7340-B796-4DD8-BF38-326FDEADE4DD}" srcOrd="0" destOrd="0" presId="urn:microsoft.com/office/officeart/2008/layout/LinedList"/>
    <dgm:cxn modelId="{78F9F739-F5E9-4708-8E39-4080DBA06F61}" type="presParOf" srcId="{FD81580E-4BB3-44BE-A850-36D16ED00116}" destId="{B9266432-2837-4D34-8CC7-577E4D3826A0}" srcOrd="1" destOrd="0" presId="urn:microsoft.com/office/officeart/2008/layout/LinedList"/>
    <dgm:cxn modelId="{F49C06B1-6207-4731-95A9-4551D118AAB0}" type="presParOf" srcId="{0A2AA207-A927-477D-BEC3-00507EF4E9C2}" destId="{121BB8A7-1402-4818-9EF4-2E73B55F0161}" srcOrd="2" destOrd="0" presId="urn:microsoft.com/office/officeart/2008/layout/LinedList"/>
    <dgm:cxn modelId="{C3D9345E-A747-4D05-8B4F-935E6F18F57B}" type="presParOf" srcId="{0A2AA207-A927-477D-BEC3-00507EF4E9C2}" destId="{7C21911D-AD7A-4045-8A3A-5F994688A468}" srcOrd="3" destOrd="0" presId="urn:microsoft.com/office/officeart/2008/layout/LinedList"/>
    <dgm:cxn modelId="{43CD5EDF-D8E3-44D7-8310-453ACD739342}" type="presParOf" srcId="{7C21911D-AD7A-4045-8A3A-5F994688A468}" destId="{83D3997F-77C2-4797-824E-53B077DB3087}" srcOrd="0" destOrd="0" presId="urn:microsoft.com/office/officeart/2008/layout/LinedList"/>
    <dgm:cxn modelId="{BED53D04-150B-4DAC-9F9D-93A9CCECE283}" type="presParOf" srcId="{7C21911D-AD7A-4045-8A3A-5F994688A468}" destId="{72BBBC0E-770C-4935-AFB7-F67A9931BECB}" srcOrd="1" destOrd="0" presId="urn:microsoft.com/office/officeart/2008/layout/LinedList"/>
    <dgm:cxn modelId="{AE8FA54E-5E8E-4346-A494-096588B5ACC7}" type="presParOf" srcId="{0A2AA207-A927-477D-BEC3-00507EF4E9C2}" destId="{027570FD-E41A-45FB-973C-2D88EFBD87B8}" srcOrd="4" destOrd="0" presId="urn:microsoft.com/office/officeart/2008/layout/LinedList"/>
    <dgm:cxn modelId="{6E234538-CDA8-4F7C-A8EC-CF4B98FA9D7A}" type="presParOf" srcId="{0A2AA207-A927-477D-BEC3-00507EF4E9C2}" destId="{37DB507A-A21D-428E-A225-383719B505DF}" srcOrd="5" destOrd="0" presId="urn:microsoft.com/office/officeart/2008/layout/LinedList"/>
    <dgm:cxn modelId="{D40EB56C-C692-4888-8E37-9638B42F8F32}" type="presParOf" srcId="{37DB507A-A21D-428E-A225-383719B505DF}" destId="{7CCB410B-1377-47A5-8AED-F76CAA73D9B7}" srcOrd="0" destOrd="0" presId="urn:microsoft.com/office/officeart/2008/layout/LinedList"/>
    <dgm:cxn modelId="{E1E487ED-52B8-4116-A627-8448BA2209FF}" type="presParOf" srcId="{37DB507A-A21D-428E-A225-383719B505DF}" destId="{C4CDDC37-7799-4FC6-A29A-6BCE459246AB}" srcOrd="1" destOrd="0" presId="urn:microsoft.com/office/officeart/2008/layout/LinedList"/>
    <dgm:cxn modelId="{2722F31B-8BD0-4D31-AA3F-B16F045FBD7D}" type="presParOf" srcId="{0A2AA207-A927-477D-BEC3-00507EF4E9C2}" destId="{C72BF4A7-9C63-46D2-9F47-660092366F99}" srcOrd="6" destOrd="0" presId="urn:microsoft.com/office/officeart/2008/layout/LinedList"/>
    <dgm:cxn modelId="{D3A2C8AF-37C7-4E09-BC02-C4EC4523F345}" type="presParOf" srcId="{0A2AA207-A927-477D-BEC3-00507EF4E9C2}" destId="{5AE2B83F-8C1E-48A3-8ECD-AEE86B238F45}" srcOrd="7" destOrd="0" presId="urn:microsoft.com/office/officeart/2008/layout/LinedList"/>
    <dgm:cxn modelId="{44A991CB-0B41-4B08-B8CC-EFE33639F29B}" type="presParOf" srcId="{5AE2B83F-8C1E-48A3-8ECD-AEE86B238F45}" destId="{5C2224BD-BD4D-436F-A6C3-90C5322CA6CE}" srcOrd="0" destOrd="0" presId="urn:microsoft.com/office/officeart/2008/layout/LinedList"/>
    <dgm:cxn modelId="{FA5745E8-0A4B-4587-89A5-002CB069E7B0}" type="presParOf" srcId="{5AE2B83F-8C1E-48A3-8ECD-AEE86B238F45}" destId="{958E94D6-3651-4141-B35F-D9464CF708C4}" srcOrd="1" destOrd="0" presId="urn:microsoft.com/office/officeart/2008/layout/LinedList"/>
    <dgm:cxn modelId="{BB839803-2CEA-46B3-9738-29AF3D1E92D3}" type="presParOf" srcId="{0A2AA207-A927-477D-BEC3-00507EF4E9C2}" destId="{13AE06A4-9A64-4ACC-844D-7958CE2E4729}" srcOrd="8" destOrd="0" presId="urn:microsoft.com/office/officeart/2008/layout/LinedList"/>
    <dgm:cxn modelId="{AC4575BA-5CB1-45ED-8351-7A6F30374E9B}" type="presParOf" srcId="{0A2AA207-A927-477D-BEC3-00507EF4E9C2}" destId="{5323C706-C984-4DFC-BFAC-D47E978A95EF}" srcOrd="9" destOrd="0" presId="urn:microsoft.com/office/officeart/2008/layout/LinedList"/>
    <dgm:cxn modelId="{7C90DC19-2259-40C5-B61B-CD42C52D1BBA}" type="presParOf" srcId="{5323C706-C984-4DFC-BFAC-D47E978A95EF}" destId="{10D92F00-84BF-40F5-8E0D-51DB7638AC6A}" srcOrd="0" destOrd="0" presId="urn:microsoft.com/office/officeart/2008/layout/LinedList"/>
    <dgm:cxn modelId="{839201B9-9C9B-4B73-8CB2-E5BE908C89D4}" type="presParOf" srcId="{5323C706-C984-4DFC-BFAC-D47E978A95EF}" destId="{2CC9BF75-6AA1-4380-95A3-8D9BDE4210A4}" srcOrd="1" destOrd="0" presId="urn:microsoft.com/office/officeart/2008/layout/LinedList"/>
    <dgm:cxn modelId="{62A43EC3-5CBD-4488-8AE5-8E0E1994239A}" type="presParOf" srcId="{0A2AA207-A927-477D-BEC3-00507EF4E9C2}" destId="{DE815061-A6C4-48EF-80C1-A6A2CEAB0B4B}" srcOrd="10" destOrd="0" presId="urn:microsoft.com/office/officeart/2008/layout/LinedList"/>
    <dgm:cxn modelId="{FE9BF6FF-C661-4EBE-8B05-11D657FDB90E}" type="presParOf" srcId="{0A2AA207-A927-477D-BEC3-00507EF4E9C2}" destId="{F4E40EEE-5B42-4773-9D01-AEEE837AC88C}" srcOrd="11" destOrd="0" presId="urn:microsoft.com/office/officeart/2008/layout/LinedList"/>
    <dgm:cxn modelId="{4CEC6428-7FF0-4459-BF7C-E71E9104228B}" type="presParOf" srcId="{F4E40EEE-5B42-4773-9D01-AEEE837AC88C}" destId="{7D91C2CF-7074-4AA0-B669-166CF094C219}" srcOrd="0" destOrd="0" presId="urn:microsoft.com/office/officeart/2008/layout/LinedList"/>
    <dgm:cxn modelId="{88F238E7-4F20-4643-B6ED-B6C4ED8771A7}" type="presParOf" srcId="{F4E40EEE-5B42-4773-9D01-AEEE837AC88C}" destId="{F4E16664-F808-40CD-9160-07869CEB3EF1}" srcOrd="1" destOrd="0" presId="urn:microsoft.com/office/officeart/2008/layout/LinedList"/>
    <dgm:cxn modelId="{D2898368-D28E-4AD9-A078-C47B6815BEA7}" type="presParOf" srcId="{0A2AA207-A927-477D-BEC3-00507EF4E9C2}" destId="{506ECB78-4C48-412C-8D59-D9A562E417E9}" srcOrd="12" destOrd="0" presId="urn:microsoft.com/office/officeart/2008/layout/LinedList"/>
    <dgm:cxn modelId="{62CFDFB6-5E2E-442B-B71D-26A42A68C2A9}" type="presParOf" srcId="{0A2AA207-A927-477D-BEC3-00507EF4E9C2}" destId="{47D75047-E28D-4624-85FA-8D964F364547}" srcOrd="13" destOrd="0" presId="urn:microsoft.com/office/officeart/2008/layout/LinedList"/>
    <dgm:cxn modelId="{BE0878A1-DD97-4504-9692-CB1E4D125368}" type="presParOf" srcId="{47D75047-E28D-4624-85FA-8D964F364547}" destId="{4DB4E0C0-C82A-47FF-AE60-EABC7907FFA7}" srcOrd="0" destOrd="0" presId="urn:microsoft.com/office/officeart/2008/layout/LinedList"/>
    <dgm:cxn modelId="{032091F6-C626-4F9D-AB7D-160008EB814E}" type="presParOf" srcId="{47D75047-E28D-4624-85FA-8D964F364547}" destId="{5FC021EA-426C-458A-AEA0-F896928D0167}" srcOrd="1" destOrd="0" presId="urn:microsoft.com/office/officeart/2008/layout/LinedList"/>
    <dgm:cxn modelId="{867A9461-4BCE-4292-8071-B69C472A6B59}" type="presParOf" srcId="{0A2AA207-A927-477D-BEC3-00507EF4E9C2}" destId="{8829E87B-9DB1-4C36-84EF-27FA9E2ADCC0}" srcOrd="14" destOrd="0" presId="urn:microsoft.com/office/officeart/2008/layout/LinedList"/>
    <dgm:cxn modelId="{A342084F-920D-4CE5-936B-F6D1535E279F}" type="presParOf" srcId="{0A2AA207-A927-477D-BEC3-00507EF4E9C2}" destId="{DB50FF0F-9E3E-4688-82EB-FFC8BE6FA4FB}" srcOrd="15" destOrd="0" presId="urn:microsoft.com/office/officeart/2008/layout/LinedList"/>
    <dgm:cxn modelId="{F4495442-B5B2-4FBD-9674-09568BB3494C}" type="presParOf" srcId="{DB50FF0F-9E3E-4688-82EB-FFC8BE6FA4FB}" destId="{428FDE8A-782A-459C-BC0F-BDC02EB018D2}" srcOrd="0" destOrd="0" presId="urn:microsoft.com/office/officeart/2008/layout/LinedList"/>
    <dgm:cxn modelId="{DF0A94EA-B2CD-4F41-A77D-F04431B1F0B9}" type="presParOf" srcId="{DB50FF0F-9E3E-4688-82EB-FFC8BE6FA4FB}" destId="{22DC3807-4803-4105-AA92-64BBB0E63F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7D5208-FE47-45E5-B18E-F1537C5F3408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E89A015-0B0A-49EF-950C-B1A84C677E4F}">
      <dgm:prSet custT="1"/>
      <dgm:spPr/>
      <dgm:t>
        <a:bodyPr/>
        <a:lstStyle/>
        <a:p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Definiranje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početnih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uvjeta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i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parametara</a:t>
          </a:r>
          <a:endParaRPr lang="en-US" sz="2000" kern="1200" dirty="0">
            <a:solidFill>
              <a:prstClr val="white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3879FF3F-F02C-453C-8DBA-DAEC56FA72A6}" type="parTrans" cxnId="{2F6D9B07-57F6-4F33-9F08-DC0FB9DBDC8D}">
      <dgm:prSet/>
      <dgm:spPr/>
      <dgm:t>
        <a:bodyPr/>
        <a:lstStyle/>
        <a:p>
          <a:endParaRPr lang="en-US"/>
        </a:p>
      </dgm:t>
    </dgm:pt>
    <dgm:pt modelId="{38EA569F-54FB-43A6-8223-B7170178F3D5}" type="sibTrans" cxnId="{2F6D9B07-57F6-4F33-9F08-DC0FB9DBDC8D}">
      <dgm:prSet/>
      <dgm:spPr/>
      <dgm:t>
        <a:bodyPr/>
        <a:lstStyle/>
        <a:p>
          <a:endParaRPr lang="en-US"/>
        </a:p>
      </dgm:t>
    </dgm:pt>
    <dgm:pt modelId="{321D036C-6A85-4151-828B-7347305CE2CA}">
      <dgm:prSet custT="1"/>
      <dgm:spPr/>
      <dgm:t>
        <a:bodyPr/>
        <a:lstStyle/>
        <a:p>
          <a:r>
            <a:rPr lang="hr-HR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Učitavanje položaja i brzina planeta za svaki vremenski korak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DA4228-C1E4-40BD-B0F4-92C1779C9F82}" type="parTrans" cxnId="{2B0E0A5C-54A9-4DCE-BC6B-FE96134E7EA9}">
      <dgm:prSet/>
      <dgm:spPr/>
      <dgm:t>
        <a:bodyPr/>
        <a:lstStyle/>
        <a:p>
          <a:endParaRPr lang="en-US"/>
        </a:p>
      </dgm:t>
    </dgm:pt>
    <dgm:pt modelId="{4FE0CE3B-9BA9-4EC4-9970-047E39706E40}" type="sibTrans" cxnId="{2B0E0A5C-54A9-4DCE-BC6B-FE96134E7EA9}">
      <dgm:prSet/>
      <dgm:spPr/>
      <dgm:t>
        <a:bodyPr/>
        <a:lstStyle/>
        <a:p>
          <a:endParaRPr lang="en-US"/>
        </a:p>
      </dgm:t>
    </dgm:pt>
    <dgm:pt modelId="{78FDA88C-4424-4BBA-9A36-E8CF3090AAF7}">
      <dgm:prSet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Izračun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ukupne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akceleracije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C2FAAF-987B-4648-81B4-0B41E8FE3B8F}" type="parTrans" cxnId="{3BA8DF49-5FA1-4BBD-9197-724B428C234E}">
      <dgm:prSet/>
      <dgm:spPr/>
      <dgm:t>
        <a:bodyPr/>
        <a:lstStyle/>
        <a:p>
          <a:endParaRPr lang="en-US"/>
        </a:p>
      </dgm:t>
    </dgm:pt>
    <dgm:pt modelId="{63C64058-1BA4-4225-B3A3-CC3CA96B1C31}" type="sibTrans" cxnId="{3BA8DF49-5FA1-4BBD-9197-724B428C234E}">
      <dgm:prSet/>
      <dgm:spPr/>
      <dgm:t>
        <a:bodyPr/>
        <a:lstStyle/>
        <a:p>
          <a:endParaRPr lang="en-US"/>
        </a:p>
      </dgm:t>
    </dgm:pt>
    <dgm:pt modelId="{A5B56408-40C2-4BA4-9E73-DBB98F45C0F0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Numeričko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računanje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gibanja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kometa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metodom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RK4</a:t>
          </a:r>
        </a:p>
      </dgm:t>
    </dgm:pt>
    <dgm:pt modelId="{2BA9D4A2-F12F-4487-9C2D-28D79603F9A5}" type="parTrans" cxnId="{857C4412-A069-48DF-B953-16257C67262E}">
      <dgm:prSet/>
      <dgm:spPr/>
      <dgm:t>
        <a:bodyPr/>
        <a:lstStyle/>
        <a:p>
          <a:endParaRPr lang="en-US"/>
        </a:p>
      </dgm:t>
    </dgm:pt>
    <dgm:pt modelId="{F6B24856-FBF9-47A8-AAF9-B6ED62FA945E}" type="sibTrans" cxnId="{857C4412-A069-48DF-B953-16257C67262E}">
      <dgm:prSet/>
      <dgm:spPr/>
      <dgm:t>
        <a:bodyPr/>
        <a:lstStyle/>
        <a:p>
          <a:endParaRPr lang="en-US"/>
        </a:p>
      </dgm:t>
    </dgm:pt>
    <dgm:pt modelId="{5260523F-ECCF-4AC7-A11F-D247E904C924}">
      <dgm:prSet custT="1"/>
      <dgm:spPr/>
      <dgm:t>
        <a:bodyPr/>
        <a:lstStyle/>
        <a:p>
          <a:r>
            <a:rPr lang="hr-HR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Provjera sudara na intervalu </a:t>
          </a:r>
          <a:r>
            <a:rPr lang="hr-HR" sz="2000" i="1" dirty="0">
              <a:latin typeface="Times New Roman" panose="02020603050405020304" pitchFamily="18" charset="0"/>
              <a:cs typeface="Times New Roman" panose="02020603050405020304" pitchFamily="18" charset="0"/>
            </a:rPr>
            <a:t>dt</a:t>
          </a:r>
          <a:endParaRPr lang="en-US" sz="2000" i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C6B937-8BE8-40B7-B664-52A7839361D9}" type="parTrans" cxnId="{E9957D44-0561-4943-BC6E-F9B4FFAD5CA5}">
      <dgm:prSet/>
      <dgm:spPr/>
      <dgm:t>
        <a:bodyPr/>
        <a:lstStyle/>
        <a:p>
          <a:endParaRPr lang="en-US"/>
        </a:p>
      </dgm:t>
    </dgm:pt>
    <dgm:pt modelId="{6B7F8118-7B7D-4812-A86D-7A98E42FF9F3}" type="sibTrans" cxnId="{E9957D44-0561-4943-BC6E-F9B4FFAD5CA5}">
      <dgm:prSet/>
      <dgm:spPr/>
      <dgm:t>
        <a:bodyPr/>
        <a:lstStyle/>
        <a:p>
          <a:endParaRPr lang="en-US"/>
        </a:p>
      </dgm:t>
    </dgm:pt>
    <dgm:pt modelId="{A22A8C94-31FD-4843-A1CD-30C632472FBA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Generiranje grafičkog prikaza putanja</a:t>
          </a:r>
          <a:endParaRPr lang="en-US" sz="2000" kern="1200" dirty="0">
            <a:solidFill>
              <a:prstClr val="white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14B16261-895B-46A0-BFEC-351AC11D075B}" type="parTrans" cxnId="{32F1374E-70D1-47C1-8AE4-5114D6C425CE}">
      <dgm:prSet/>
      <dgm:spPr/>
      <dgm:t>
        <a:bodyPr/>
        <a:lstStyle/>
        <a:p>
          <a:endParaRPr lang="en-US"/>
        </a:p>
      </dgm:t>
    </dgm:pt>
    <dgm:pt modelId="{468A27A2-ED04-4F23-99FF-E952CFD9FC0E}" type="sibTrans" cxnId="{32F1374E-70D1-47C1-8AE4-5114D6C425CE}">
      <dgm:prSet/>
      <dgm:spPr/>
      <dgm:t>
        <a:bodyPr/>
        <a:lstStyle/>
        <a:p>
          <a:endParaRPr lang="en-US"/>
        </a:p>
      </dgm:t>
    </dgm:pt>
    <dgm:pt modelId="{EA4B90FD-03DC-49D7-94E4-748E0A51478B}">
      <dgm:prSet custT="1"/>
      <dgm:spPr/>
      <dgm:t>
        <a:bodyPr/>
        <a:lstStyle/>
        <a:p>
          <a:r>
            <a:rPr lang="hr-HR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Izrada animacije gibanja kometa i planeta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0993E6-7E2D-414F-9831-FD0BB6E8951D}" type="parTrans" cxnId="{2EA692D9-AB33-48BF-A992-4B975D0BD516}">
      <dgm:prSet/>
      <dgm:spPr/>
      <dgm:t>
        <a:bodyPr/>
        <a:lstStyle/>
        <a:p>
          <a:endParaRPr lang="en-US"/>
        </a:p>
      </dgm:t>
    </dgm:pt>
    <dgm:pt modelId="{A0C3C0E7-2374-4275-8039-947A0C80D2B9}" type="sibTrans" cxnId="{2EA692D9-AB33-48BF-A992-4B975D0BD516}">
      <dgm:prSet/>
      <dgm:spPr/>
      <dgm:t>
        <a:bodyPr/>
        <a:lstStyle/>
        <a:p>
          <a:endParaRPr lang="en-US"/>
        </a:p>
      </dgm:t>
    </dgm:pt>
    <dgm:pt modelId="{7354F5DF-64FD-4462-817D-7D2AAF7C3D4C}" type="pres">
      <dgm:prSet presAssocID="{397D5208-FE47-45E5-B18E-F1537C5F3408}" presName="diagram" presStyleCnt="0">
        <dgm:presLayoutVars>
          <dgm:dir/>
          <dgm:resizeHandles val="exact"/>
        </dgm:presLayoutVars>
      </dgm:prSet>
      <dgm:spPr/>
    </dgm:pt>
    <dgm:pt modelId="{451EFEB9-156C-479E-9894-09040ACD3CBC}" type="pres">
      <dgm:prSet presAssocID="{AE89A015-0B0A-49EF-950C-B1A84C677E4F}" presName="node" presStyleLbl="node1" presStyleIdx="0" presStyleCnt="7">
        <dgm:presLayoutVars>
          <dgm:bulletEnabled val="1"/>
        </dgm:presLayoutVars>
      </dgm:prSet>
      <dgm:spPr/>
    </dgm:pt>
    <dgm:pt modelId="{6E33FA69-ADFA-4868-A086-2B4C90156568}" type="pres">
      <dgm:prSet presAssocID="{38EA569F-54FB-43A6-8223-B7170178F3D5}" presName="sibTrans" presStyleCnt="0"/>
      <dgm:spPr/>
    </dgm:pt>
    <dgm:pt modelId="{D5C28903-1E7D-4823-97D9-7EA3EE6065BA}" type="pres">
      <dgm:prSet presAssocID="{321D036C-6A85-4151-828B-7347305CE2CA}" presName="node" presStyleLbl="node1" presStyleIdx="1" presStyleCnt="7">
        <dgm:presLayoutVars>
          <dgm:bulletEnabled val="1"/>
        </dgm:presLayoutVars>
      </dgm:prSet>
      <dgm:spPr/>
    </dgm:pt>
    <dgm:pt modelId="{EC6CAD36-43F7-4652-A097-B3408A837C4C}" type="pres">
      <dgm:prSet presAssocID="{4FE0CE3B-9BA9-4EC4-9970-047E39706E40}" presName="sibTrans" presStyleCnt="0"/>
      <dgm:spPr/>
    </dgm:pt>
    <dgm:pt modelId="{67C2F3BD-47D2-4B7A-A338-4E1407E300F0}" type="pres">
      <dgm:prSet presAssocID="{78FDA88C-4424-4BBA-9A36-E8CF3090AAF7}" presName="node" presStyleLbl="node1" presStyleIdx="2" presStyleCnt="7">
        <dgm:presLayoutVars>
          <dgm:bulletEnabled val="1"/>
        </dgm:presLayoutVars>
      </dgm:prSet>
      <dgm:spPr/>
    </dgm:pt>
    <dgm:pt modelId="{08B90C11-4C6A-41DD-A1D0-43A18AD0D94C}" type="pres">
      <dgm:prSet presAssocID="{63C64058-1BA4-4225-B3A3-CC3CA96B1C31}" presName="sibTrans" presStyleCnt="0"/>
      <dgm:spPr/>
    </dgm:pt>
    <dgm:pt modelId="{8A37CF8C-001F-442C-8D50-D4FA1BC86DD4}" type="pres">
      <dgm:prSet presAssocID="{A5B56408-40C2-4BA4-9E73-DBB98F45C0F0}" presName="node" presStyleLbl="node1" presStyleIdx="3" presStyleCnt="7">
        <dgm:presLayoutVars>
          <dgm:bulletEnabled val="1"/>
        </dgm:presLayoutVars>
      </dgm:prSet>
      <dgm:spPr/>
    </dgm:pt>
    <dgm:pt modelId="{8D0616EA-6230-4D1F-8BD4-8ACA7E618F28}" type="pres">
      <dgm:prSet presAssocID="{F6B24856-FBF9-47A8-AAF9-B6ED62FA945E}" presName="sibTrans" presStyleCnt="0"/>
      <dgm:spPr/>
    </dgm:pt>
    <dgm:pt modelId="{09328731-0676-4C6D-9DCD-C080E063F039}" type="pres">
      <dgm:prSet presAssocID="{5260523F-ECCF-4AC7-A11F-D247E904C924}" presName="node" presStyleLbl="node1" presStyleIdx="4" presStyleCnt="7">
        <dgm:presLayoutVars>
          <dgm:bulletEnabled val="1"/>
        </dgm:presLayoutVars>
      </dgm:prSet>
      <dgm:spPr/>
    </dgm:pt>
    <dgm:pt modelId="{742778B4-E709-4E18-B141-395B4462F91E}" type="pres">
      <dgm:prSet presAssocID="{6B7F8118-7B7D-4812-A86D-7A98E42FF9F3}" presName="sibTrans" presStyleCnt="0"/>
      <dgm:spPr/>
    </dgm:pt>
    <dgm:pt modelId="{DCC4D164-D249-41FD-A85B-478C37E69035}" type="pres">
      <dgm:prSet presAssocID="{A22A8C94-31FD-4843-A1CD-30C632472FBA}" presName="node" presStyleLbl="node1" presStyleIdx="5" presStyleCnt="7">
        <dgm:presLayoutVars>
          <dgm:bulletEnabled val="1"/>
        </dgm:presLayoutVars>
      </dgm:prSet>
      <dgm:spPr/>
    </dgm:pt>
    <dgm:pt modelId="{77A316E0-B947-4536-BE8E-82A25C768C7A}" type="pres">
      <dgm:prSet presAssocID="{468A27A2-ED04-4F23-99FF-E952CFD9FC0E}" presName="sibTrans" presStyleCnt="0"/>
      <dgm:spPr/>
    </dgm:pt>
    <dgm:pt modelId="{A0591797-5689-4CB5-A53E-0D3E83866002}" type="pres">
      <dgm:prSet presAssocID="{EA4B90FD-03DC-49D7-94E4-748E0A51478B}" presName="node" presStyleLbl="node1" presStyleIdx="6" presStyleCnt="7">
        <dgm:presLayoutVars>
          <dgm:bulletEnabled val="1"/>
        </dgm:presLayoutVars>
      </dgm:prSet>
      <dgm:spPr/>
    </dgm:pt>
  </dgm:ptLst>
  <dgm:cxnLst>
    <dgm:cxn modelId="{2F6D9B07-57F6-4F33-9F08-DC0FB9DBDC8D}" srcId="{397D5208-FE47-45E5-B18E-F1537C5F3408}" destId="{AE89A015-0B0A-49EF-950C-B1A84C677E4F}" srcOrd="0" destOrd="0" parTransId="{3879FF3F-F02C-453C-8DBA-DAEC56FA72A6}" sibTransId="{38EA569F-54FB-43A6-8223-B7170178F3D5}"/>
    <dgm:cxn modelId="{20973810-BD69-4C43-B315-BCB1F0BA722B}" type="presOf" srcId="{78FDA88C-4424-4BBA-9A36-E8CF3090AAF7}" destId="{67C2F3BD-47D2-4B7A-A338-4E1407E300F0}" srcOrd="0" destOrd="0" presId="urn:microsoft.com/office/officeart/2005/8/layout/default"/>
    <dgm:cxn modelId="{857C4412-A069-48DF-B953-16257C67262E}" srcId="{397D5208-FE47-45E5-B18E-F1537C5F3408}" destId="{A5B56408-40C2-4BA4-9E73-DBB98F45C0F0}" srcOrd="3" destOrd="0" parTransId="{2BA9D4A2-F12F-4487-9C2D-28D79603F9A5}" sibTransId="{F6B24856-FBF9-47A8-AAF9-B6ED62FA945E}"/>
    <dgm:cxn modelId="{4C1EBB33-B0E6-472E-AFC7-216E669EA26E}" type="presOf" srcId="{5260523F-ECCF-4AC7-A11F-D247E904C924}" destId="{09328731-0676-4C6D-9DCD-C080E063F039}" srcOrd="0" destOrd="0" presId="urn:microsoft.com/office/officeart/2005/8/layout/default"/>
    <dgm:cxn modelId="{2B0E0A5C-54A9-4DCE-BC6B-FE96134E7EA9}" srcId="{397D5208-FE47-45E5-B18E-F1537C5F3408}" destId="{321D036C-6A85-4151-828B-7347305CE2CA}" srcOrd="1" destOrd="0" parTransId="{E4DA4228-C1E4-40BD-B0F4-92C1779C9F82}" sibTransId="{4FE0CE3B-9BA9-4EC4-9970-047E39706E40}"/>
    <dgm:cxn modelId="{9DCF6763-B752-4FA5-9EF8-379BA4E0EB1A}" type="presOf" srcId="{A5B56408-40C2-4BA4-9E73-DBB98F45C0F0}" destId="{8A37CF8C-001F-442C-8D50-D4FA1BC86DD4}" srcOrd="0" destOrd="0" presId="urn:microsoft.com/office/officeart/2005/8/layout/default"/>
    <dgm:cxn modelId="{E9957D44-0561-4943-BC6E-F9B4FFAD5CA5}" srcId="{397D5208-FE47-45E5-B18E-F1537C5F3408}" destId="{5260523F-ECCF-4AC7-A11F-D247E904C924}" srcOrd="4" destOrd="0" parTransId="{84C6B937-8BE8-40B7-B664-52A7839361D9}" sibTransId="{6B7F8118-7B7D-4812-A86D-7A98E42FF9F3}"/>
    <dgm:cxn modelId="{3BA8DF49-5FA1-4BBD-9197-724B428C234E}" srcId="{397D5208-FE47-45E5-B18E-F1537C5F3408}" destId="{78FDA88C-4424-4BBA-9A36-E8CF3090AAF7}" srcOrd="2" destOrd="0" parTransId="{B8C2FAAF-987B-4648-81B4-0B41E8FE3B8F}" sibTransId="{63C64058-1BA4-4225-B3A3-CC3CA96B1C31}"/>
    <dgm:cxn modelId="{32F1374E-70D1-47C1-8AE4-5114D6C425CE}" srcId="{397D5208-FE47-45E5-B18E-F1537C5F3408}" destId="{A22A8C94-31FD-4843-A1CD-30C632472FBA}" srcOrd="5" destOrd="0" parTransId="{14B16261-895B-46A0-BFEC-351AC11D075B}" sibTransId="{468A27A2-ED04-4F23-99FF-E952CFD9FC0E}"/>
    <dgm:cxn modelId="{9D5FF470-CE24-41E3-9784-66B99A17FA74}" type="presOf" srcId="{321D036C-6A85-4151-828B-7347305CE2CA}" destId="{D5C28903-1E7D-4823-97D9-7EA3EE6065BA}" srcOrd="0" destOrd="0" presId="urn:microsoft.com/office/officeart/2005/8/layout/default"/>
    <dgm:cxn modelId="{6F527952-E8E8-4E8C-8E8B-08A7513CC143}" type="presOf" srcId="{A22A8C94-31FD-4843-A1CD-30C632472FBA}" destId="{DCC4D164-D249-41FD-A85B-478C37E69035}" srcOrd="0" destOrd="0" presId="urn:microsoft.com/office/officeart/2005/8/layout/default"/>
    <dgm:cxn modelId="{87A5C9B1-5F94-4F2D-9436-6CAE0E33CC9B}" type="presOf" srcId="{397D5208-FE47-45E5-B18E-F1537C5F3408}" destId="{7354F5DF-64FD-4462-817D-7D2AAF7C3D4C}" srcOrd="0" destOrd="0" presId="urn:microsoft.com/office/officeart/2005/8/layout/default"/>
    <dgm:cxn modelId="{2EA692D9-AB33-48BF-A992-4B975D0BD516}" srcId="{397D5208-FE47-45E5-B18E-F1537C5F3408}" destId="{EA4B90FD-03DC-49D7-94E4-748E0A51478B}" srcOrd="6" destOrd="0" parTransId="{150993E6-7E2D-414F-9831-FD0BB6E8951D}" sibTransId="{A0C3C0E7-2374-4275-8039-947A0C80D2B9}"/>
    <dgm:cxn modelId="{C5C63FDA-EB5A-4B74-9C60-5BEA271C5150}" type="presOf" srcId="{EA4B90FD-03DC-49D7-94E4-748E0A51478B}" destId="{A0591797-5689-4CB5-A53E-0D3E83866002}" srcOrd="0" destOrd="0" presId="urn:microsoft.com/office/officeart/2005/8/layout/default"/>
    <dgm:cxn modelId="{A10BCEE5-7F79-49D2-B38F-FBCB4EBC5F34}" type="presOf" srcId="{AE89A015-0B0A-49EF-950C-B1A84C677E4F}" destId="{451EFEB9-156C-479E-9894-09040ACD3CBC}" srcOrd="0" destOrd="0" presId="urn:microsoft.com/office/officeart/2005/8/layout/default"/>
    <dgm:cxn modelId="{68C3459D-6817-4D07-84D2-B3D48FCAD52C}" type="presParOf" srcId="{7354F5DF-64FD-4462-817D-7D2AAF7C3D4C}" destId="{451EFEB9-156C-479E-9894-09040ACD3CBC}" srcOrd="0" destOrd="0" presId="urn:microsoft.com/office/officeart/2005/8/layout/default"/>
    <dgm:cxn modelId="{447BAAE9-839E-4DB8-8725-B81DD3EB59A2}" type="presParOf" srcId="{7354F5DF-64FD-4462-817D-7D2AAF7C3D4C}" destId="{6E33FA69-ADFA-4868-A086-2B4C90156568}" srcOrd="1" destOrd="0" presId="urn:microsoft.com/office/officeart/2005/8/layout/default"/>
    <dgm:cxn modelId="{22152FBB-A542-449F-9280-18D1E03A5BD2}" type="presParOf" srcId="{7354F5DF-64FD-4462-817D-7D2AAF7C3D4C}" destId="{D5C28903-1E7D-4823-97D9-7EA3EE6065BA}" srcOrd="2" destOrd="0" presId="urn:microsoft.com/office/officeart/2005/8/layout/default"/>
    <dgm:cxn modelId="{0A308BB0-70AB-45CF-92E4-0912C5A8C529}" type="presParOf" srcId="{7354F5DF-64FD-4462-817D-7D2AAF7C3D4C}" destId="{EC6CAD36-43F7-4652-A097-B3408A837C4C}" srcOrd="3" destOrd="0" presId="urn:microsoft.com/office/officeart/2005/8/layout/default"/>
    <dgm:cxn modelId="{DA7CE585-CAFA-4FCC-8EA1-54CDDCDDE364}" type="presParOf" srcId="{7354F5DF-64FD-4462-817D-7D2AAF7C3D4C}" destId="{67C2F3BD-47D2-4B7A-A338-4E1407E300F0}" srcOrd="4" destOrd="0" presId="urn:microsoft.com/office/officeart/2005/8/layout/default"/>
    <dgm:cxn modelId="{6D30BD31-8808-4CF0-8E32-A928AB85C405}" type="presParOf" srcId="{7354F5DF-64FD-4462-817D-7D2AAF7C3D4C}" destId="{08B90C11-4C6A-41DD-A1D0-43A18AD0D94C}" srcOrd="5" destOrd="0" presId="urn:microsoft.com/office/officeart/2005/8/layout/default"/>
    <dgm:cxn modelId="{E9BDCBDD-A0D7-4DC9-84A1-1CC912F260E2}" type="presParOf" srcId="{7354F5DF-64FD-4462-817D-7D2AAF7C3D4C}" destId="{8A37CF8C-001F-442C-8D50-D4FA1BC86DD4}" srcOrd="6" destOrd="0" presId="urn:microsoft.com/office/officeart/2005/8/layout/default"/>
    <dgm:cxn modelId="{3198EB25-6A99-4C4F-9230-83BDE4B077DE}" type="presParOf" srcId="{7354F5DF-64FD-4462-817D-7D2AAF7C3D4C}" destId="{8D0616EA-6230-4D1F-8BD4-8ACA7E618F28}" srcOrd="7" destOrd="0" presId="urn:microsoft.com/office/officeart/2005/8/layout/default"/>
    <dgm:cxn modelId="{9FD7C65A-22D3-45C0-8AD6-A5140CEB0007}" type="presParOf" srcId="{7354F5DF-64FD-4462-817D-7D2AAF7C3D4C}" destId="{09328731-0676-4C6D-9DCD-C080E063F039}" srcOrd="8" destOrd="0" presId="urn:microsoft.com/office/officeart/2005/8/layout/default"/>
    <dgm:cxn modelId="{28A7D205-21F8-4237-99D0-44B892C2AA41}" type="presParOf" srcId="{7354F5DF-64FD-4462-817D-7D2AAF7C3D4C}" destId="{742778B4-E709-4E18-B141-395B4462F91E}" srcOrd="9" destOrd="0" presId="urn:microsoft.com/office/officeart/2005/8/layout/default"/>
    <dgm:cxn modelId="{735A0E4E-E5A7-42B1-98B0-888D5D8A3DBE}" type="presParOf" srcId="{7354F5DF-64FD-4462-817D-7D2AAF7C3D4C}" destId="{DCC4D164-D249-41FD-A85B-478C37E69035}" srcOrd="10" destOrd="0" presId="urn:microsoft.com/office/officeart/2005/8/layout/default"/>
    <dgm:cxn modelId="{5F9E4857-D9D8-4D84-8630-85000A08EDD2}" type="presParOf" srcId="{7354F5DF-64FD-4462-817D-7D2AAF7C3D4C}" destId="{77A316E0-B947-4536-BE8E-82A25C768C7A}" srcOrd="11" destOrd="0" presId="urn:microsoft.com/office/officeart/2005/8/layout/default"/>
    <dgm:cxn modelId="{A30C98F5-C31D-4615-8882-1E497B9ABC9E}" type="presParOf" srcId="{7354F5DF-64FD-4462-817D-7D2AAF7C3D4C}" destId="{A0591797-5689-4CB5-A53E-0D3E83866002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32EB7B-91D9-4408-AA43-ABA01E263160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6643F87-074E-4C74-90C8-D943EBEEF17F}">
      <dgm:prSet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Uspješno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je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simulirano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gibanje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kroz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Sunčev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sustav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AA3D97-D9D2-4FC8-B8E1-4709072E4DF4}" type="parTrans" cxnId="{AEFCA4C1-585F-46C6-944F-AD27919FCF0B}">
      <dgm:prSet/>
      <dgm:spPr/>
      <dgm:t>
        <a:bodyPr/>
        <a:lstStyle/>
        <a:p>
          <a:endParaRPr lang="en-US"/>
        </a:p>
      </dgm:t>
    </dgm:pt>
    <dgm:pt modelId="{6B7B0A2B-0C0F-4FCE-AF6F-0DF6DC1028E2}" type="sibTrans" cxnId="{AEFCA4C1-585F-46C6-944F-AD27919FCF0B}">
      <dgm:prSet/>
      <dgm:spPr/>
      <dgm:t>
        <a:bodyPr/>
        <a:lstStyle/>
        <a:p>
          <a:endParaRPr lang="en-US"/>
        </a:p>
      </dgm:t>
    </dgm:pt>
    <dgm:pt modelId="{09828A07-50A2-4DB0-B8B7-369D3A516ABB}">
      <dgm:prSet/>
      <dgm:spPr/>
      <dgm:t>
        <a:bodyPr/>
        <a:lstStyle/>
        <a:p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Putanja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određena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Runge</a:t>
          </a:r>
          <a:r>
            <a:rPr lang="hr-HR" b="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Kutta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metodom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r-HR" b="0" dirty="0">
              <a:latin typeface="Times New Roman" panose="02020603050405020304" pitchFamily="18" charset="0"/>
              <a:cs typeface="Times New Roman" panose="02020603050405020304" pitchFamily="18" charset="0"/>
            </a:rPr>
            <a:t>4.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reda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B747AD-3C9A-4EF8-A141-17D53609F9D2}" type="parTrans" cxnId="{EE9A453D-FE50-4341-B35C-12CF1C3D049B}">
      <dgm:prSet/>
      <dgm:spPr/>
      <dgm:t>
        <a:bodyPr/>
        <a:lstStyle/>
        <a:p>
          <a:endParaRPr lang="en-US"/>
        </a:p>
      </dgm:t>
    </dgm:pt>
    <dgm:pt modelId="{D53B4B1C-0607-48B6-B9EA-7019C9F51432}" type="sibTrans" cxnId="{EE9A453D-FE50-4341-B35C-12CF1C3D049B}">
      <dgm:prSet/>
      <dgm:spPr/>
      <dgm:t>
        <a:bodyPr/>
        <a:lstStyle/>
        <a:p>
          <a:endParaRPr lang="en-US"/>
        </a:p>
      </dgm:t>
    </dgm:pt>
    <dgm:pt modelId="{3CB905C8-CFA5-4BE0-891D-127D825860C9}">
      <dgm:prSet/>
      <dgm:spPr/>
      <dgm:t>
        <a:bodyPr/>
        <a:lstStyle/>
        <a:p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Precizna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detekcija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sudara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Hermiteovom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interpolacijom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67A716-F4E1-4BE4-A62A-7DE3557B2E4B}" type="parTrans" cxnId="{B531D5E3-92AA-41F4-9862-B85556E93FD3}">
      <dgm:prSet/>
      <dgm:spPr/>
      <dgm:t>
        <a:bodyPr/>
        <a:lstStyle/>
        <a:p>
          <a:endParaRPr lang="en-US"/>
        </a:p>
      </dgm:t>
    </dgm:pt>
    <dgm:pt modelId="{5260239A-B4A6-4DE3-BBD0-E16D7E82385C}" type="sibTrans" cxnId="{B531D5E3-92AA-41F4-9862-B85556E93FD3}">
      <dgm:prSet/>
      <dgm:spPr/>
      <dgm:t>
        <a:bodyPr/>
        <a:lstStyle/>
        <a:p>
          <a:endParaRPr lang="en-US"/>
        </a:p>
      </dgm:t>
    </dgm:pt>
    <dgm:pt modelId="{0FF39E6B-BD00-4176-9001-1B597AC679FD}">
      <dgm:prSet/>
      <dgm:spPr/>
      <dgm:t>
        <a:bodyPr/>
        <a:lstStyle/>
        <a:p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Uspješno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ostvaren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cilj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simulacije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BC41A82C-632E-429B-8F32-5E9D51167EF2}" type="parTrans" cxnId="{09B9D1AF-55E3-4833-9048-3269083B8F18}">
      <dgm:prSet/>
      <dgm:spPr/>
      <dgm:t>
        <a:bodyPr/>
        <a:lstStyle/>
        <a:p>
          <a:endParaRPr lang="en-US"/>
        </a:p>
      </dgm:t>
    </dgm:pt>
    <dgm:pt modelId="{AFF03995-3D64-4989-8C83-4CC3FC07CFAF}" type="sibTrans" cxnId="{09B9D1AF-55E3-4833-9048-3269083B8F18}">
      <dgm:prSet/>
      <dgm:spPr/>
      <dgm:t>
        <a:bodyPr/>
        <a:lstStyle/>
        <a:p>
          <a:endParaRPr lang="en-US"/>
        </a:p>
      </dgm:t>
    </dgm:pt>
    <dgm:pt modelId="{CE8FBF55-81D7-4D5F-94E4-14CE1484883E}">
      <dgm:prSet/>
      <dgm:spPr/>
      <dgm:t>
        <a:bodyPr/>
        <a:lstStyle/>
        <a:p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Vizualizacija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rezultata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grafovima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animacijom</a:t>
          </a:r>
          <a:endParaRPr lang="en-US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E25F5F-2B7A-4132-B4DA-D016ECCB4181}" type="sibTrans" cxnId="{D56FA9BE-B8E9-4C39-BF9C-4C0BE3B30425}">
      <dgm:prSet/>
      <dgm:spPr/>
      <dgm:t>
        <a:bodyPr/>
        <a:lstStyle/>
        <a:p>
          <a:endParaRPr lang="en-US"/>
        </a:p>
      </dgm:t>
    </dgm:pt>
    <dgm:pt modelId="{6371621A-081A-460B-977A-7DBEDA508D26}" type="parTrans" cxnId="{D56FA9BE-B8E9-4C39-BF9C-4C0BE3B30425}">
      <dgm:prSet/>
      <dgm:spPr/>
      <dgm:t>
        <a:bodyPr/>
        <a:lstStyle/>
        <a:p>
          <a:endParaRPr lang="en-US"/>
        </a:p>
      </dgm:t>
    </dgm:pt>
    <dgm:pt modelId="{024642E8-992A-4C5E-8AA1-58356BC18D68}" type="pres">
      <dgm:prSet presAssocID="{0E32EB7B-91D9-4408-AA43-ABA01E263160}" presName="outerComposite" presStyleCnt="0">
        <dgm:presLayoutVars>
          <dgm:chMax val="5"/>
          <dgm:dir/>
          <dgm:resizeHandles val="exact"/>
        </dgm:presLayoutVars>
      </dgm:prSet>
      <dgm:spPr/>
    </dgm:pt>
    <dgm:pt modelId="{364DE403-C410-4A97-9D8D-788CA027E666}" type="pres">
      <dgm:prSet presAssocID="{0E32EB7B-91D9-4408-AA43-ABA01E263160}" presName="dummyMaxCanvas" presStyleCnt="0">
        <dgm:presLayoutVars/>
      </dgm:prSet>
      <dgm:spPr/>
    </dgm:pt>
    <dgm:pt modelId="{B45ACB9A-7AE7-4F6C-B54F-453203A4B670}" type="pres">
      <dgm:prSet presAssocID="{0E32EB7B-91D9-4408-AA43-ABA01E263160}" presName="FiveNodes_1" presStyleLbl="node1" presStyleIdx="0" presStyleCnt="5">
        <dgm:presLayoutVars>
          <dgm:bulletEnabled val="1"/>
        </dgm:presLayoutVars>
      </dgm:prSet>
      <dgm:spPr/>
    </dgm:pt>
    <dgm:pt modelId="{3C0D44AB-3DD4-4874-A8D2-2094A2A15B86}" type="pres">
      <dgm:prSet presAssocID="{0E32EB7B-91D9-4408-AA43-ABA01E263160}" presName="FiveNodes_2" presStyleLbl="node1" presStyleIdx="1" presStyleCnt="5">
        <dgm:presLayoutVars>
          <dgm:bulletEnabled val="1"/>
        </dgm:presLayoutVars>
      </dgm:prSet>
      <dgm:spPr/>
    </dgm:pt>
    <dgm:pt modelId="{8610436E-37D5-4282-9F5D-AFE3045479B3}" type="pres">
      <dgm:prSet presAssocID="{0E32EB7B-91D9-4408-AA43-ABA01E263160}" presName="FiveNodes_3" presStyleLbl="node1" presStyleIdx="2" presStyleCnt="5">
        <dgm:presLayoutVars>
          <dgm:bulletEnabled val="1"/>
        </dgm:presLayoutVars>
      </dgm:prSet>
      <dgm:spPr/>
    </dgm:pt>
    <dgm:pt modelId="{D26DEFBD-4B0F-462F-92C8-5A6610389A58}" type="pres">
      <dgm:prSet presAssocID="{0E32EB7B-91D9-4408-AA43-ABA01E263160}" presName="FiveNodes_4" presStyleLbl="node1" presStyleIdx="3" presStyleCnt="5">
        <dgm:presLayoutVars>
          <dgm:bulletEnabled val="1"/>
        </dgm:presLayoutVars>
      </dgm:prSet>
      <dgm:spPr/>
    </dgm:pt>
    <dgm:pt modelId="{7C71CFD2-7033-496D-97A7-AE1CEDAC5BF4}" type="pres">
      <dgm:prSet presAssocID="{0E32EB7B-91D9-4408-AA43-ABA01E263160}" presName="FiveNodes_5" presStyleLbl="node1" presStyleIdx="4" presStyleCnt="5">
        <dgm:presLayoutVars>
          <dgm:bulletEnabled val="1"/>
        </dgm:presLayoutVars>
      </dgm:prSet>
      <dgm:spPr/>
    </dgm:pt>
    <dgm:pt modelId="{0F3BC3D5-5000-45BD-9C46-D55D543A71AF}" type="pres">
      <dgm:prSet presAssocID="{0E32EB7B-91D9-4408-AA43-ABA01E263160}" presName="FiveConn_1-2" presStyleLbl="fgAccFollowNode1" presStyleIdx="0" presStyleCnt="4">
        <dgm:presLayoutVars>
          <dgm:bulletEnabled val="1"/>
        </dgm:presLayoutVars>
      </dgm:prSet>
      <dgm:spPr/>
    </dgm:pt>
    <dgm:pt modelId="{DCD3A592-7E91-427D-9B5D-0AE2D31F950E}" type="pres">
      <dgm:prSet presAssocID="{0E32EB7B-91D9-4408-AA43-ABA01E263160}" presName="FiveConn_2-3" presStyleLbl="fgAccFollowNode1" presStyleIdx="1" presStyleCnt="4">
        <dgm:presLayoutVars>
          <dgm:bulletEnabled val="1"/>
        </dgm:presLayoutVars>
      </dgm:prSet>
      <dgm:spPr/>
    </dgm:pt>
    <dgm:pt modelId="{08EF62A1-DB6C-4975-9FD1-3137BA31021A}" type="pres">
      <dgm:prSet presAssocID="{0E32EB7B-91D9-4408-AA43-ABA01E263160}" presName="FiveConn_3-4" presStyleLbl="fgAccFollowNode1" presStyleIdx="2" presStyleCnt="4">
        <dgm:presLayoutVars>
          <dgm:bulletEnabled val="1"/>
        </dgm:presLayoutVars>
      </dgm:prSet>
      <dgm:spPr/>
    </dgm:pt>
    <dgm:pt modelId="{D60BB986-1121-4222-B5DB-08CDE681C33A}" type="pres">
      <dgm:prSet presAssocID="{0E32EB7B-91D9-4408-AA43-ABA01E263160}" presName="FiveConn_4-5" presStyleLbl="fgAccFollowNode1" presStyleIdx="3" presStyleCnt="4">
        <dgm:presLayoutVars>
          <dgm:bulletEnabled val="1"/>
        </dgm:presLayoutVars>
      </dgm:prSet>
      <dgm:spPr/>
    </dgm:pt>
    <dgm:pt modelId="{0A01ED45-D349-4474-8ABA-22DE71421726}" type="pres">
      <dgm:prSet presAssocID="{0E32EB7B-91D9-4408-AA43-ABA01E263160}" presName="FiveNodes_1_text" presStyleLbl="node1" presStyleIdx="4" presStyleCnt="5">
        <dgm:presLayoutVars>
          <dgm:bulletEnabled val="1"/>
        </dgm:presLayoutVars>
      </dgm:prSet>
      <dgm:spPr/>
    </dgm:pt>
    <dgm:pt modelId="{59CD49D8-0C1E-45B2-B224-452C0898403F}" type="pres">
      <dgm:prSet presAssocID="{0E32EB7B-91D9-4408-AA43-ABA01E263160}" presName="FiveNodes_2_text" presStyleLbl="node1" presStyleIdx="4" presStyleCnt="5">
        <dgm:presLayoutVars>
          <dgm:bulletEnabled val="1"/>
        </dgm:presLayoutVars>
      </dgm:prSet>
      <dgm:spPr/>
    </dgm:pt>
    <dgm:pt modelId="{249FF49F-AFA0-4D0F-A40C-B8C0E81009A0}" type="pres">
      <dgm:prSet presAssocID="{0E32EB7B-91D9-4408-AA43-ABA01E263160}" presName="FiveNodes_3_text" presStyleLbl="node1" presStyleIdx="4" presStyleCnt="5">
        <dgm:presLayoutVars>
          <dgm:bulletEnabled val="1"/>
        </dgm:presLayoutVars>
      </dgm:prSet>
      <dgm:spPr/>
    </dgm:pt>
    <dgm:pt modelId="{613F8F9C-7521-4400-AFFC-EF175D42A87D}" type="pres">
      <dgm:prSet presAssocID="{0E32EB7B-91D9-4408-AA43-ABA01E263160}" presName="FiveNodes_4_text" presStyleLbl="node1" presStyleIdx="4" presStyleCnt="5">
        <dgm:presLayoutVars>
          <dgm:bulletEnabled val="1"/>
        </dgm:presLayoutVars>
      </dgm:prSet>
      <dgm:spPr/>
    </dgm:pt>
    <dgm:pt modelId="{DA746C52-9779-4B8B-A69A-A8DFE54D6A81}" type="pres">
      <dgm:prSet presAssocID="{0E32EB7B-91D9-4408-AA43-ABA01E26316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846700F-8AAE-407F-A525-B062D4B31A72}" type="presOf" srcId="{56643F87-074E-4C74-90C8-D943EBEEF17F}" destId="{0A01ED45-D349-4474-8ABA-22DE71421726}" srcOrd="1" destOrd="0" presId="urn:microsoft.com/office/officeart/2005/8/layout/vProcess5"/>
    <dgm:cxn modelId="{FB7D181E-2CCB-4B4C-8610-108C8B1F6396}" type="presOf" srcId="{D53B4B1C-0607-48B6-B9EA-7019C9F51432}" destId="{DCD3A592-7E91-427D-9B5D-0AE2D31F950E}" srcOrd="0" destOrd="0" presId="urn:microsoft.com/office/officeart/2005/8/layout/vProcess5"/>
    <dgm:cxn modelId="{C6B9A82B-8326-4996-8DA5-279D7F2EE0E8}" type="presOf" srcId="{09828A07-50A2-4DB0-B8B7-369D3A516ABB}" destId="{3C0D44AB-3DD4-4874-A8D2-2094A2A15B86}" srcOrd="0" destOrd="0" presId="urn:microsoft.com/office/officeart/2005/8/layout/vProcess5"/>
    <dgm:cxn modelId="{ECC49F38-E47F-40AC-881E-A885F3C90C6E}" type="presOf" srcId="{56643F87-074E-4C74-90C8-D943EBEEF17F}" destId="{B45ACB9A-7AE7-4F6C-B54F-453203A4B670}" srcOrd="0" destOrd="0" presId="urn:microsoft.com/office/officeart/2005/8/layout/vProcess5"/>
    <dgm:cxn modelId="{781E0E3B-3BF1-4495-A5BE-E540A759833B}" type="presOf" srcId="{5260239A-B4A6-4DE3-BBD0-E16D7E82385C}" destId="{08EF62A1-DB6C-4975-9FD1-3137BA31021A}" srcOrd="0" destOrd="0" presId="urn:microsoft.com/office/officeart/2005/8/layout/vProcess5"/>
    <dgm:cxn modelId="{9DC14B3C-EF36-433A-868F-F7F63A6A69CB}" type="presOf" srcId="{3CB905C8-CFA5-4BE0-891D-127D825860C9}" destId="{8610436E-37D5-4282-9F5D-AFE3045479B3}" srcOrd="0" destOrd="0" presId="urn:microsoft.com/office/officeart/2005/8/layout/vProcess5"/>
    <dgm:cxn modelId="{EE9A453D-FE50-4341-B35C-12CF1C3D049B}" srcId="{0E32EB7B-91D9-4408-AA43-ABA01E263160}" destId="{09828A07-50A2-4DB0-B8B7-369D3A516ABB}" srcOrd="1" destOrd="0" parTransId="{E5B747AD-3C9A-4EF8-A141-17D53609F9D2}" sibTransId="{D53B4B1C-0607-48B6-B9EA-7019C9F51432}"/>
    <dgm:cxn modelId="{A466C146-C609-4E01-933B-52E542DFC80D}" type="presOf" srcId="{0FF39E6B-BD00-4176-9001-1B597AC679FD}" destId="{DA746C52-9779-4B8B-A69A-A8DFE54D6A81}" srcOrd="1" destOrd="0" presId="urn:microsoft.com/office/officeart/2005/8/layout/vProcess5"/>
    <dgm:cxn modelId="{559A2951-A723-46BD-AC28-D8F081840451}" type="presOf" srcId="{C5E25F5F-2B7A-4132-B4DA-D016ECCB4181}" destId="{D60BB986-1121-4222-B5DB-08CDE681C33A}" srcOrd="0" destOrd="0" presId="urn:microsoft.com/office/officeart/2005/8/layout/vProcess5"/>
    <dgm:cxn modelId="{9A60E280-DD9B-416B-B924-778B7E76DE93}" type="presOf" srcId="{CE8FBF55-81D7-4D5F-94E4-14CE1484883E}" destId="{D26DEFBD-4B0F-462F-92C8-5A6610389A58}" srcOrd="0" destOrd="0" presId="urn:microsoft.com/office/officeart/2005/8/layout/vProcess5"/>
    <dgm:cxn modelId="{73AAE181-A811-4111-A5A9-2BD1127A31FD}" type="presOf" srcId="{0FF39E6B-BD00-4176-9001-1B597AC679FD}" destId="{7C71CFD2-7033-496D-97A7-AE1CEDAC5BF4}" srcOrd="0" destOrd="0" presId="urn:microsoft.com/office/officeart/2005/8/layout/vProcess5"/>
    <dgm:cxn modelId="{5CF4DA8B-D625-459B-A5E0-2E8684016EC1}" type="presOf" srcId="{09828A07-50A2-4DB0-B8B7-369D3A516ABB}" destId="{59CD49D8-0C1E-45B2-B224-452C0898403F}" srcOrd="1" destOrd="0" presId="urn:microsoft.com/office/officeart/2005/8/layout/vProcess5"/>
    <dgm:cxn modelId="{BD7A2E99-4B14-4426-886E-295EE3D728D8}" type="presOf" srcId="{CE8FBF55-81D7-4D5F-94E4-14CE1484883E}" destId="{613F8F9C-7521-4400-AFFC-EF175D42A87D}" srcOrd="1" destOrd="0" presId="urn:microsoft.com/office/officeart/2005/8/layout/vProcess5"/>
    <dgm:cxn modelId="{3594F6A7-1215-465E-84F6-2FE36C249AB4}" type="presOf" srcId="{3CB905C8-CFA5-4BE0-891D-127D825860C9}" destId="{249FF49F-AFA0-4D0F-A40C-B8C0E81009A0}" srcOrd="1" destOrd="0" presId="urn:microsoft.com/office/officeart/2005/8/layout/vProcess5"/>
    <dgm:cxn modelId="{09B9D1AF-55E3-4833-9048-3269083B8F18}" srcId="{0E32EB7B-91D9-4408-AA43-ABA01E263160}" destId="{0FF39E6B-BD00-4176-9001-1B597AC679FD}" srcOrd="4" destOrd="0" parTransId="{BC41A82C-632E-429B-8F32-5E9D51167EF2}" sibTransId="{AFF03995-3D64-4989-8C83-4CC3FC07CFAF}"/>
    <dgm:cxn modelId="{D56FA9BE-B8E9-4C39-BF9C-4C0BE3B30425}" srcId="{0E32EB7B-91D9-4408-AA43-ABA01E263160}" destId="{CE8FBF55-81D7-4D5F-94E4-14CE1484883E}" srcOrd="3" destOrd="0" parTransId="{6371621A-081A-460B-977A-7DBEDA508D26}" sibTransId="{C5E25F5F-2B7A-4132-B4DA-D016ECCB4181}"/>
    <dgm:cxn modelId="{AEFCA4C1-585F-46C6-944F-AD27919FCF0B}" srcId="{0E32EB7B-91D9-4408-AA43-ABA01E263160}" destId="{56643F87-074E-4C74-90C8-D943EBEEF17F}" srcOrd="0" destOrd="0" parTransId="{5AAA3D97-D9D2-4FC8-B8E1-4709072E4DF4}" sibTransId="{6B7B0A2B-0C0F-4FCE-AF6F-0DF6DC1028E2}"/>
    <dgm:cxn modelId="{2EBA1FC5-48B8-4342-9A7B-9EBA638C72F3}" type="presOf" srcId="{0E32EB7B-91D9-4408-AA43-ABA01E263160}" destId="{024642E8-992A-4C5E-8AA1-58356BC18D68}" srcOrd="0" destOrd="0" presId="urn:microsoft.com/office/officeart/2005/8/layout/vProcess5"/>
    <dgm:cxn modelId="{854CEAC5-8721-44FD-9A27-ABB0D1A7E057}" type="presOf" srcId="{6B7B0A2B-0C0F-4FCE-AF6F-0DF6DC1028E2}" destId="{0F3BC3D5-5000-45BD-9C46-D55D543A71AF}" srcOrd="0" destOrd="0" presId="urn:microsoft.com/office/officeart/2005/8/layout/vProcess5"/>
    <dgm:cxn modelId="{B531D5E3-92AA-41F4-9862-B85556E93FD3}" srcId="{0E32EB7B-91D9-4408-AA43-ABA01E263160}" destId="{3CB905C8-CFA5-4BE0-891D-127D825860C9}" srcOrd="2" destOrd="0" parTransId="{0C67A716-F4E1-4BE4-A62A-7DE3557B2E4B}" sibTransId="{5260239A-B4A6-4DE3-BBD0-E16D7E82385C}"/>
    <dgm:cxn modelId="{551EA6E0-3B9A-42ED-A8CE-CE18061A1E17}" type="presParOf" srcId="{024642E8-992A-4C5E-8AA1-58356BC18D68}" destId="{364DE403-C410-4A97-9D8D-788CA027E666}" srcOrd="0" destOrd="0" presId="urn:microsoft.com/office/officeart/2005/8/layout/vProcess5"/>
    <dgm:cxn modelId="{9E6867AA-F045-4CC9-8BE7-9AD98F8A3C48}" type="presParOf" srcId="{024642E8-992A-4C5E-8AA1-58356BC18D68}" destId="{B45ACB9A-7AE7-4F6C-B54F-453203A4B670}" srcOrd="1" destOrd="0" presId="urn:microsoft.com/office/officeart/2005/8/layout/vProcess5"/>
    <dgm:cxn modelId="{8DBA556F-EA62-4722-8E50-0916E701534A}" type="presParOf" srcId="{024642E8-992A-4C5E-8AA1-58356BC18D68}" destId="{3C0D44AB-3DD4-4874-A8D2-2094A2A15B86}" srcOrd="2" destOrd="0" presId="urn:microsoft.com/office/officeart/2005/8/layout/vProcess5"/>
    <dgm:cxn modelId="{F3A0682B-78CC-46A0-ABCB-38FC4D0FAFBB}" type="presParOf" srcId="{024642E8-992A-4C5E-8AA1-58356BC18D68}" destId="{8610436E-37D5-4282-9F5D-AFE3045479B3}" srcOrd="3" destOrd="0" presId="urn:microsoft.com/office/officeart/2005/8/layout/vProcess5"/>
    <dgm:cxn modelId="{FAE03240-304B-45C3-A573-9BA74E4A01BA}" type="presParOf" srcId="{024642E8-992A-4C5E-8AA1-58356BC18D68}" destId="{D26DEFBD-4B0F-462F-92C8-5A6610389A58}" srcOrd="4" destOrd="0" presId="urn:microsoft.com/office/officeart/2005/8/layout/vProcess5"/>
    <dgm:cxn modelId="{CB6D848E-6FBA-4E8C-9DA2-970B2C2517B4}" type="presParOf" srcId="{024642E8-992A-4C5E-8AA1-58356BC18D68}" destId="{7C71CFD2-7033-496D-97A7-AE1CEDAC5BF4}" srcOrd="5" destOrd="0" presId="urn:microsoft.com/office/officeart/2005/8/layout/vProcess5"/>
    <dgm:cxn modelId="{07C6F64F-757A-46F5-A3D0-973B45BF0BD7}" type="presParOf" srcId="{024642E8-992A-4C5E-8AA1-58356BC18D68}" destId="{0F3BC3D5-5000-45BD-9C46-D55D543A71AF}" srcOrd="6" destOrd="0" presId="urn:microsoft.com/office/officeart/2005/8/layout/vProcess5"/>
    <dgm:cxn modelId="{4A071ABE-BC32-4E60-A3F5-59CA382BB603}" type="presParOf" srcId="{024642E8-992A-4C5E-8AA1-58356BC18D68}" destId="{DCD3A592-7E91-427D-9B5D-0AE2D31F950E}" srcOrd="7" destOrd="0" presId="urn:microsoft.com/office/officeart/2005/8/layout/vProcess5"/>
    <dgm:cxn modelId="{81F9BDD6-B9A1-40D3-B6B2-03C6BBAFF5E1}" type="presParOf" srcId="{024642E8-992A-4C5E-8AA1-58356BC18D68}" destId="{08EF62A1-DB6C-4975-9FD1-3137BA31021A}" srcOrd="8" destOrd="0" presId="urn:microsoft.com/office/officeart/2005/8/layout/vProcess5"/>
    <dgm:cxn modelId="{9A47A103-D46F-4DCC-AEA3-ABF536666FB5}" type="presParOf" srcId="{024642E8-992A-4C5E-8AA1-58356BC18D68}" destId="{D60BB986-1121-4222-B5DB-08CDE681C33A}" srcOrd="9" destOrd="0" presId="urn:microsoft.com/office/officeart/2005/8/layout/vProcess5"/>
    <dgm:cxn modelId="{E9A78792-636C-4017-BDC4-6057D6EDC6A4}" type="presParOf" srcId="{024642E8-992A-4C5E-8AA1-58356BC18D68}" destId="{0A01ED45-D349-4474-8ABA-22DE71421726}" srcOrd="10" destOrd="0" presId="urn:microsoft.com/office/officeart/2005/8/layout/vProcess5"/>
    <dgm:cxn modelId="{68B4807C-9B2C-437D-9BC6-B3361813F4CD}" type="presParOf" srcId="{024642E8-992A-4C5E-8AA1-58356BC18D68}" destId="{59CD49D8-0C1E-45B2-B224-452C0898403F}" srcOrd="11" destOrd="0" presId="urn:microsoft.com/office/officeart/2005/8/layout/vProcess5"/>
    <dgm:cxn modelId="{44232363-9C96-4BA7-9A20-53B223E4AA7F}" type="presParOf" srcId="{024642E8-992A-4C5E-8AA1-58356BC18D68}" destId="{249FF49F-AFA0-4D0F-A40C-B8C0E81009A0}" srcOrd="12" destOrd="0" presId="urn:microsoft.com/office/officeart/2005/8/layout/vProcess5"/>
    <dgm:cxn modelId="{D0977262-231E-4689-BF72-2245BC2B87C9}" type="presParOf" srcId="{024642E8-992A-4C5E-8AA1-58356BC18D68}" destId="{613F8F9C-7521-4400-AFFC-EF175D42A87D}" srcOrd="13" destOrd="0" presId="urn:microsoft.com/office/officeart/2005/8/layout/vProcess5"/>
    <dgm:cxn modelId="{C6F140F2-0439-4001-8C35-6FD03056DFFB}" type="presParOf" srcId="{024642E8-992A-4C5E-8AA1-58356BC18D68}" destId="{DA746C52-9779-4B8B-A69A-A8DFE54D6A8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8DA65-36B8-4883-B11C-8E1E0A2B85C1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E7340-B796-4DD8-BF38-326FDEADE4DD}">
      <dsp:nvSpPr>
        <dsp:cNvPr id="0" name=""/>
        <dsp:cNvSpPr/>
      </dsp:nvSpPr>
      <dsp:spPr>
        <a:xfrm>
          <a:off x="0" y="0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Opis zadatka</a:t>
          </a:r>
        </a:p>
      </dsp:txBody>
      <dsp:txXfrm>
        <a:off x="0" y="0"/>
        <a:ext cx="6291714" cy="691341"/>
      </dsp:txXfrm>
    </dsp:sp>
    <dsp:sp modelId="{121BB8A7-1402-4818-9EF4-2E73B55F0161}">
      <dsp:nvSpPr>
        <dsp:cNvPr id="0" name=""/>
        <dsp:cNvSpPr/>
      </dsp:nvSpPr>
      <dsp:spPr>
        <a:xfrm>
          <a:off x="0" y="691341"/>
          <a:ext cx="6291714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3997F-77C2-4797-824E-53B077DB3087}">
      <dsp:nvSpPr>
        <dsp:cNvPr id="0" name=""/>
        <dsp:cNvSpPr/>
      </dsp:nvSpPr>
      <dsp:spPr>
        <a:xfrm>
          <a:off x="0" y="691341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Matematički</a:t>
          </a:r>
          <a:r>
            <a:rPr lang="en-US" sz="3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n-US" sz="3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fizikalni</a:t>
          </a:r>
          <a:r>
            <a:rPr lang="en-US" sz="31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model </a:t>
          </a:r>
          <a:r>
            <a:rPr lang="en-US" sz="31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sustava</a:t>
          </a:r>
          <a:endParaRPr lang="hr-HR" sz="31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691341"/>
        <a:ext cx="6291714" cy="691341"/>
      </dsp:txXfrm>
    </dsp:sp>
    <dsp:sp modelId="{027570FD-E41A-45FB-973C-2D88EFBD87B8}">
      <dsp:nvSpPr>
        <dsp:cNvPr id="0" name=""/>
        <dsp:cNvSpPr/>
      </dsp:nvSpPr>
      <dsp:spPr>
        <a:xfrm>
          <a:off x="0" y="1382683"/>
          <a:ext cx="6291714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B410B-1377-47A5-8AED-F76CAA73D9B7}">
      <dsp:nvSpPr>
        <dsp:cNvPr id="0" name=""/>
        <dsp:cNvSpPr/>
      </dsp:nvSpPr>
      <dsp:spPr>
        <a:xfrm>
          <a:off x="0" y="1382683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>
              <a:solidFill>
                <a:schemeClr val="tx1"/>
              </a:solidFill>
              <a:latin typeface="Times New Roman"/>
              <a:cs typeface="Times New Roman"/>
            </a:rPr>
            <a:t>Početni uvjeti i podaci</a:t>
          </a:r>
          <a:endParaRPr lang="hr-HR" sz="31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382683"/>
        <a:ext cx="6291714" cy="691341"/>
      </dsp:txXfrm>
    </dsp:sp>
    <dsp:sp modelId="{C72BF4A7-9C63-46D2-9F47-660092366F99}">
      <dsp:nvSpPr>
        <dsp:cNvPr id="0" name=""/>
        <dsp:cNvSpPr/>
      </dsp:nvSpPr>
      <dsp:spPr>
        <a:xfrm>
          <a:off x="0" y="2074025"/>
          <a:ext cx="6291714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2224BD-BD4D-436F-A6C3-90C5322CA6CE}">
      <dsp:nvSpPr>
        <dsp:cNvPr id="0" name=""/>
        <dsp:cNvSpPr/>
      </dsp:nvSpPr>
      <dsp:spPr>
        <a:xfrm>
          <a:off x="0" y="2074025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Struktura programa</a:t>
          </a:r>
        </a:p>
      </dsp:txBody>
      <dsp:txXfrm>
        <a:off x="0" y="2074025"/>
        <a:ext cx="6291714" cy="691341"/>
      </dsp:txXfrm>
    </dsp:sp>
    <dsp:sp modelId="{13AE06A4-9A64-4ACC-844D-7958CE2E4729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92F00-84BF-40F5-8E0D-51DB7638AC6A}">
      <dsp:nvSpPr>
        <dsp:cNvPr id="0" name=""/>
        <dsp:cNvSpPr/>
      </dsp:nvSpPr>
      <dsp:spPr>
        <a:xfrm>
          <a:off x="0" y="2765367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kern="1200" dirty="0">
              <a:solidFill>
                <a:schemeClr val="tx1"/>
              </a:solidFill>
              <a:latin typeface="Times New Roman"/>
              <a:cs typeface="Times New Roman"/>
            </a:rPr>
            <a:t>Detekcija sudara</a:t>
          </a:r>
          <a:endParaRPr lang="hr-HR" sz="31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65367"/>
        <a:ext cx="6291714" cy="691341"/>
      </dsp:txXfrm>
    </dsp:sp>
    <dsp:sp modelId="{DE815061-A6C4-48EF-80C1-A6A2CEAB0B4B}">
      <dsp:nvSpPr>
        <dsp:cNvPr id="0" name=""/>
        <dsp:cNvSpPr/>
      </dsp:nvSpPr>
      <dsp:spPr>
        <a:xfrm>
          <a:off x="0" y="3456709"/>
          <a:ext cx="6291714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1C2CF-7074-4AA0-B669-166CF094C219}">
      <dsp:nvSpPr>
        <dsp:cNvPr id="0" name=""/>
        <dsp:cNvSpPr/>
      </dsp:nvSpPr>
      <dsp:spPr>
        <a:xfrm>
          <a:off x="0" y="3456709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Rezultati</a:t>
          </a:r>
        </a:p>
      </dsp:txBody>
      <dsp:txXfrm>
        <a:off x="0" y="3456709"/>
        <a:ext cx="6291714" cy="691341"/>
      </dsp:txXfrm>
    </dsp:sp>
    <dsp:sp modelId="{506ECB78-4C48-412C-8D59-D9A562E417E9}">
      <dsp:nvSpPr>
        <dsp:cNvPr id="0" name=""/>
        <dsp:cNvSpPr/>
      </dsp:nvSpPr>
      <dsp:spPr>
        <a:xfrm>
          <a:off x="0" y="4148051"/>
          <a:ext cx="6291714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4E0C0-C82A-47FF-AE60-EABC7907FFA7}">
      <dsp:nvSpPr>
        <dsp:cNvPr id="0" name=""/>
        <dsp:cNvSpPr/>
      </dsp:nvSpPr>
      <dsp:spPr>
        <a:xfrm>
          <a:off x="0" y="4148051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Zaključak</a:t>
          </a:r>
        </a:p>
      </dsp:txBody>
      <dsp:txXfrm>
        <a:off x="0" y="4148051"/>
        <a:ext cx="6291714" cy="691341"/>
      </dsp:txXfrm>
    </dsp:sp>
    <dsp:sp modelId="{8829E87B-9DB1-4C36-84EF-27FA9E2ADCC0}">
      <dsp:nvSpPr>
        <dsp:cNvPr id="0" name=""/>
        <dsp:cNvSpPr/>
      </dsp:nvSpPr>
      <dsp:spPr>
        <a:xfrm>
          <a:off x="0" y="4839393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FDE8A-782A-459C-BC0F-BDC02EB018D2}">
      <dsp:nvSpPr>
        <dsp:cNvPr id="0" name=""/>
        <dsp:cNvSpPr/>
      </dsp:nvSpPr>
      <dsp:spPr>
        <a:xfrm>
          <a:off x="0" y="4839393"/>
          <a:ext cx="6291714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1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Popis literature</a:t>
          </a:r>
        </a:p>
      </dsp:txBody>
      <dsp:txXfrm>
        <a:off x="0" y="4839393"/>
        <a:ext cx="6291714" cy="691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EFEB9-156C-479E-9894-09040ACD3CBC}">
      <dsp:nvSpPr>
        <dsp:cNvPr id="0" name=""/>
        <dsp:cNvSpPr/>
      </dsp:nvSpPr>
      <dsp:spPr>
        <a:xfrm>
          <a:off x="3080" y="587635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Definiranje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početnih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uvjeta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i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parametara</a:t>
          </a:r>
          <a:endParaRPr lang="en-US" sz="2000" kern="1200" dirty="0">
            <a:solidFill>
              <a:prstClr val="white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080" y="587635"/>
        <a:ext cx="2444055" cy="1466433"/>
      </dsp:txXfrm>
    </dsp:sp>
    <dsp:sp modelId="{D5C28903-1E7D-4823-97D9-7EA3EE6065BA}">
      <dsp:nvSpPr>
        <dsp:cNvPr id="0" name=""/>
        <dsp:cNvSpPr/>
      </dsp:nvSpPr>
      <dsp:spPr>
        <a:xfrm>
          <a:off x="2691541" y="587635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Učitavanje položaja i brzina planeta za svaki vremenski korak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1541" y="587635"/>
        <a:ext cx="2444055" cy="1466433"/>
      </dsp:txXfrm>
    </dsp:sp>
    <dsp:sp modelId="{67C2F3BD-47D2-4B7A-A338-4E1407E300F0}">
      <dsp:nvSpPr>
        <dsp:cNvPr id="0" name=""/>
        <dsp:cNvSpPr/>
      </dsp:nvSpPr>
      <dsp:spPr>
        <a:xfrm>
          <a:off x="5380002" y="587635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Izračun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ukupne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akceleracije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380002" y="587635"/>
        <a:ext cx="2444055" cy="1466433"/>
      </dsp:txXfrm>
    </dsp:sp>
    <dsp:sp modelId="{8A37CF8C-001F-442C-8D50-D4FA1BC86DD4}">
      <dsp:nvSpPr>
        <dsp:cNvPr id="0" name=""/>
        <dsp:cNvSpPr/>
      </dsp:nvSpPr>
      <dsp:spPr>
        <a:xfrm>
          <a:off x="8068463" y="587635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Numeričko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računanje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gibanja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kometa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metodom</a:t>
          </a:r>
          <a:r>
            <a:rPr lang="en-US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RK4</a:t>
          </a:r>
        </a:p>
      </dsp:txBody>
      <dsp:txXfrm>
        <a:off x="8068463" y="587635"/>
        <a:ext cx="2444055" cy="1466433"/>
      </dsp:txXfrm>
    </dsp:sp>
    <dsp:sp modelId="{09328731-0676-4C6D-9DCD-C080E063F039}">
      <dsp:nvSpPr>
        <dsp:cNvPr id="0" name=""/>
        <dsp:cNvSpPr/>
      </dsp:nvSpPr>
      <dsp:spPr>
        <a:xfrm>
          <a:off x="1347311" y="2298474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Provjera sudara na intervalu </a:t>
          </a:r>
          <a:r>
            <a:rPr lang="hr-HR" sz="20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dt</a:t>
          </a:r>
          <a:endParaRPr lang="en-US" sz="2000" i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47311" y="2298474"/>
        <a:ext cx="2444055" cy="1466433"/>
      </dsp:txXfrm>
    </dsp:sp>
    <dsp:sp modelId="{DCC4D164-D249-41FD-A85B-478C37E69035}">
      <dsp:nvSpPr>
        <dsp:cNvPr id="0" name=""/>
        <dsp:cNvSpPr/>
      </dsp:nvSpPr>
      <dsp:spPr>
        <a:xfrm>
          <a:off x="4035772" y="2298474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solidFill>
                <a:prstClr val="whit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Generiranje grafičkog prikaza putanja</a:t>
          </a:r>
          <a:endParaRPr lang="en-US" sz="2000" kern="1200" dirty="0">
            <a:solidFill>
              <a:prstClr val="white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4035772" y="2298474"/>
        <a:ext cx="2444055" cy="1466433"/>
      </dsp:txXfrm>
    </dsp:sp>
    <dsp:sp modelId="{A0591797-5689-4CB5-A53E-0D3E83866002}">
      <dsp:nvSpPr>
        <dsp:cNvPr id="0" name=""/>
        <dsp:cNvSpPr/>
      </dsp:nvSpPr>
      <dsp:spPr>
        <a:xfrm>
          <a:off x="6724233" y="2298474"/>
          <a:ext cx="2444055" cy="1466433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Izrada animacije gibanja kometa i planeta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4233" y="2298474"/>
        <a:ext cx="2444055" cy="1466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ACB9A-7AE7-4F6C-B54F-453203A4B670}">
      <dsp:nvSpPr>
        <dsp:cNvPr id="0" name=""/>
        <dsp:cNvSpPr/>
      </dsp:nvSpPr>
      <dsp:spPr>
        <a:xfrm>
          <a:off x="0" y="0"/>
          <a:ext cx="8097012" cy="86289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Uspješno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je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simulirano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gibanje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kroz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Sunčev</a:t>
          </a:r>
          <a:r>
            <a:rPr lang="en-US" sz="2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sustav</a:t>
          </a:r>
          <a:endParaRPr lang="en-US" sz="2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273" y="25273"/>
        <a:ext cx="7064928" cy="812344"/>
      </dsp:txXfrm>
    </dsp:sp>
    <dsp:sp modelId="{3C0D44AB-3DD4-4874-A8D2-2094A2A15B86}">
      <dsp:nvSpPr>
        <dsp:cNvPr id="0" name=""/>
        <dsp:cNvSpPr/>
      </dsp:nvSpPr>
      <dsp:spPr>
        <a:xfrm>
          <a:off x="604647" y="982736"/>
          <a:ext cx="8097012" cy="86289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Putanja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kometa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određena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Runge</a:t>
          </a:r>
          <a:r>
            <a:rPr lang="hr-HR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Kutta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metodom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hr-HR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reda</a:t>
          </a:r>
          <a:endParaRPr lang="en-US" sz="23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9920" y="1008009"/>
        <a:ext cx="6880940" cy="812344"/>
      </dsp:txXfrm>
    </dsp:sp>
    <dsp:sp modelId="{8610436E-37D5-4282-9F5D-AFE3045479B3}">
      <dsp:nvSpPr>
        <dsp:cNvPr id="0" name=""/>
        <dsp:cNvSpPr/>
      </dsp:nvSpPr>
      <dsp:spPr>
        <a:xfrm>
          <a:off x="1209293" y="1965472"/>
          <a:ext cx="8097012" cy="86289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Precizna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detekcija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sudara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Hermiteovom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interpolacijom</a:t>
          </a:r>
          <a:endParaRPr lang="en-US" sz="23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34566" y="1990745"/>
        <a:ext cx="6880940" cy="812344"/>
      </dsp:txXfrm>
    </dsp:sp>
    <dsp:sp modelId="{D26DEFBD-4B0F-462F-92C8-5A6610389A58}">
      <dsp:nvSpPr>
        <dsp:cNvPr id="0" name=""/>
        <dsp:cNvSpPr/>
      </dsp:nvSpPr>
      <dsp:spPr>
        <a:xfrm>
          <a:off x="1813940" y="2948209"/>
          <a:ext cx="8097012" cy="8628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Vizualizacija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rezultata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grafovima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i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animacijom</a:t>
          </a:r>
          <a:endParaRPr lang="en-US" sz="23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9213" y="2973482"/>
        <a:ext cx="6880940" cy="812344"/>
      </dsp:txXfrm>
    </dsp:sp>
    <dsp:sp modelId="{7C71CFD2-7033-496D-97A7-AE1CEDAC5BF4}">
      <dsp:nvSpPr>
        <dsp:cNvPr id="0" name=""/>
        <dsp:cNvSpPr/>
      </dsp:nvSpPr>
      <dsp:spPr>
        <a:xfrm>
          <a:off x="2418587" y="3930945"/>
          <a:ext cx="8097012" cy="86289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Uspješno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ostvaren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cilj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3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simulacije</a:t>
          </a:r>
          <a:r>
            <a:rPr lang="en-US" sz="23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2443860" y="3956218"/>
        <a:ext cx="6880940" cy="812344"/>
      </dsp:txXfrm>
    </dsp:sp>
    <dsp:sp modelId="{0F3BC3D5-5000-45BD-9C46-D55D543A71AF}">
      <dsp:nvSpPr>
        <dsp:cNvPr id="0" name=""/>
        <dsp:cNvSpPr/>
      </dsp:nvSpPr>
      <dsp:spPr>
        <a:xfrm>
          <a:off x="7536133" y="630389"/>
          <a:ext cx="560878" cy="5608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7662331" y="630389"/>
        <a:ext cx="308482" cy="422061"/>
      </dsp:txXfrm>
    </dsp:sp>
    <dsp:sp modelId="{DCD3A592-7E91-427D-9B5D-0AE2D31F950E}">
      <dsp:nvSpPr>
        <dsp:cNvPr id="0" name=""/>
        <dsp:cNvSpPr/>
      </dsp:nvSpPr>
      <dsp:spPr>
        <a:xfrm>
          <a:off x="8140780" y="1613125"/>
          <a:ext cx="560878" cy="56087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266978" y="1613125"/>
        <a:ext cx="308482" cy="422061"/>
      </dsp:txXfrm>
    </dsp:sp>
    <dsp:sp modelId="{08EF62A1-DB6C-4975-9FD1-3137BA31021A}">
      <dsp:nvSpPr>
        <dsp:cNvPr id="0" name=""/>
        <dsp:cNvSpPr/>
      </dsp:nvSpPr>
      <dsp:spPr>
        <a:xfrm>
          <a:off x="8745427" y="2581480"/>
          <a:ext cx="560878" cy="56087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8871625" y="2581480"/>
        <a:ext cx="308482" cy="422061"/>
      </dsp:txXfrm>
    </dsp:sp>
    <dsp:sp modelId="{D60BB986-1121-4222-B5DB-08CDE681C33A}">
      <dsp:nvSpPr>
        <dsp:cNvPr id="0" name=""/>
        <dsp:cNvSpPr/>
      </dsp:nvSpPr>
      <dsp:spPr>
        <a:xfrm>
          <a:off x="9350074" y="3573804"/>
          <a:ext cx="560878" cy="56087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9476272" y="3573804"/>
        <a:ext cx="308482" cy="422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451C51A-C8D7-4344-BBE9-AED226F74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58C8F402-503F-4695-BE62-ED218ECFE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B2AE476-B4FC-4FB9-AEDA-070D23DF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FDA0897E-805F-487E-A450-54E1DB8C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481E49C-1D3E-47A8-A88B-2274427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1DE214-8B1B-4F7E-8026-E8F19387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4B4F35A-D655-4D40-AECF-4E3E520AB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56695FF-A862-482F-82CF-04271098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A6D1980-6C6C-4720-ABF1-AA567684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8AB5987-FA4E-435F-8DDA-9C8E98D5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1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01228CE-B718-439E-972C-4A8225BCC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1DF6B8CE-3462-4007-A357-EE9407C98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40F6B4B-7AE1-4B85-9DA3-8C105FA6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7DA602D-0161-4746-9F17-62855A6C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54FCB4D-4A67-4156-8D85-9F995432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3406DE8-D35B-4987-819B-463C8DD5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A756E71-492B-423A-B19E-B99803938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0D5919AA-0CEB-4221-88F3-A23F47BB0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174E32C8-B9E4-464A-8277-719154627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773CA54-AA7C-482C-928E-F5F66864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21026FBE-FDAD-4026-B6D8-434F051A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36B8433-DA65-4D0D-BFFB-23D4838EA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B0D76B4B-0AB3-4EDE-8F23-531C61279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4D8197FB-09D5-4DE1-B41D-EF9A4920E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0E4B1AFD-8466-41EF-81C9-903A0886D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05B0BDC8-C040-49C5-AEFB-D84C0AE18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AF142360-7A0D-4753-9317-46424B1C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A38947A9-564D-4E19-8AAA-72BFF346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8E2023A5-6DE7-41B6-97F2-E3F405A5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409571F-8ED1-4B39-A4A8-83F2E5FE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D8C7CEB6-DE23-4285-A27A-231F92EB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52490D6E-51CF-4056-B4C3-3189D0EC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A581A17B-C279-4D0E-BB6C-D7E34909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4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5D9E6DC9-EE27-4A51-9ADB-8354A53D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8B4CBFF3-06DF-4158-B30B-A3C938B3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A5209F1F-4BFC-4CB9-A18E-D76F9D14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2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E06F68E-8B66-4035-801A-DE8A4B56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DD35B38-BCAF-4002-9798-90E2DDF00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6AC829EE-3DDF-4A13-AC38-53407B43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89FE35FD-A120-4B39-9F2C-EB41F87E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9B765D2-3485-489F-BC1F-9CD94CE7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F3BDA735-FD40-4F90-A92A-8ABF75BB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5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58F535E-E7C6-4A70-AE48-BA64211D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60FA5224-3AC3-419C-A91E-9779B3749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8BA4BA8D-71E4-45CB-AAC7-CB1320744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BF733355-8CDF-436E-BEBF-5BA587FE6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78066FA0-B32D-4215-B525-E05EB8B1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50265DFC-E719-4D8C-9029-AB315EB8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58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81FECFD-3433-4C81-90A1-F9356136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DBB4F20C-06E5-4769-BFCE-D3C53328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4F94C6C-7589-432E-AB3F-D4B8BE5FF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282B70C3-69ED-4F6E-841B-2C35AB72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0C1A133-090E-49B7-9B16-A689A5DA3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074D6D04-A00F-440C-A8EF-53048F73C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78F02C31-21C1-482A-9D3B-EC82EDA97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E8A70DA-F515-4F83-8947-CE357873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749C498-08E1-4F5A-ACE4-3B1A3F4F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76F5894-2847-4129-B437-BB81CC15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4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13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8977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71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0928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7724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2344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3461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4023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84800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987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93058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77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177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4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96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18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3747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88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806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14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32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6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4C7196D0-376E-45E6-AA97-489B2739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CACFC15-0E68-4A86-9E46-D678C3420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AF2F6F4-8B66-4978-96AE-F3BB2251E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1FF10-1835-466E-82AB-722D6E1A9E0D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5C2EA54-4F13-4311-8F86-211904BB5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07E7C6A9-DCED-4CBD-8C0C-D685FD689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BCE12-7D80-409C-9A50-7C01C15FD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9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0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1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ere Did Comets Actually Come From? | Space">
            <a:extLst>
              <a:ext uri="{FF2B5EF4-FFF2-40B4-BE49-F238E27FC236}">
                <a16:creationId xmlns:a16="http://schemas.microsoft.com/office/drawing/2014/main" id="{40E259E6-2B7E-4316-AB9A-C1794785D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9" r="-1" b="-1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F90700EC-F926-4039-A594-B2B103DE2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Prolazak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kometa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</a:t>
            </a:r>
            <a:r>
              <a:rPr lang="hr-HR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č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</a:t>
            </a: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sustav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E1563C5-0DBD-4567-B468-1EEA35AA6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hr-H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Autor: Jan Vlahinić Portemer</a:t>
            </a:r>
          </a:p>
          <a:p>
            <a:r>
              <a:rPr lang="hr-H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Split, 15.06.2026.</a:t>
            </a:r>
          </a:p>
          <a:p>
            <a:r>
              <a:rPr lang="hr-H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Sveučilište u Splitu, Prirodoslovno-matematički fakultet</a:t>
            </a:r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DEF0EFD6-A3C2-4C94-A80A-BA9709D9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7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FB303-6E58-A5D3-7836-D829CCB6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r-HR" sz="4000" dirty="0">
                <a:solidFill>
                  <a:srgbClr val="FFFFFF"/>
                </a:solidFill>
                <a:latin typeface="Times New Roman"/>
                <a:cs typeface="Times New Roman"/>
              </a:rPr>
              <a:t>Sadržaj</a:t>
            </a:r>
            <a:endParaRPr lang="hr-HR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3F353A2-B685-B065-5313-9D96F64DA9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8333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CB4138D-DE46-1518-02F8-FA2DC94A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60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chemeClr val="bg1"/>
                </a:solidFill>
                <a:latin typeface="Times New Roman"/>
                <a:cs typeface="Times New Roman"/>
              </a:rPr>
              <a:t>Opis zadatka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A1A-F5AE-12B0-5C31-730E2E57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Simulirajte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prolazak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kometa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Sunčev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 je masa 10</a:t>
            </a:r>
            <a:r>
              <a:rPr lang="en-US" sz="24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kg,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brzina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15 km/s, a u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početnom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trenutku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nalazi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udaljenosti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4 AU.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Pretpostavite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se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Sunčev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sastoji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Sunca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Merkura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Venere,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Zemlje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Marsa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Animirajte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slučaj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jedan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komet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pogodi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neki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objekata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Sunčevom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sustavu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392827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chemeClr val="bg1"/>
                </a:solidFill>
                <a:latin typeface="Times New Roman"/>
                <a:cs typeface="Times New Roman"/>
              </a:rPr>
              <a:t>Matematički i fizikalni model sustava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5A1A-F5AE-12B0-5C31-730E2E5760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548" y="2217343"/>
                <a:ext cx="9880893" cy="4745686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sv-SE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Gravitacijska sila između kometa i svakog tijela računa se Newtonovim zakonom gravitacije</a:t>
                </a:r>
                <a:r>
                  <a:rPr lang="hr-H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hr-HR" sz="2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hr-HR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𝑲</m:t>
                          </m:r>
                          <m:sSub>
                            <m:sSub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hr-HR" sz="2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hr-H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hr-H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r-H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Iz gravitacijske sile određuje se akceleracija kometa:</a:t>
                </a:r>
                <a:endParaRPr lang="hr-HR" sz="2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</m:sSub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𝑲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hr-HR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sub>
                          </m:sSub>
                        </m:den>
                      </m:f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hr-H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hr-H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hr-H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r-H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Ukupna akceleracija dobiva se zbrajanjem doprinosa svih promatranih tijela: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hr-HR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𝑲</m:t>
                          </m:r>
                        </m:sub>
                      </m:sSub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hr-HR" sz="2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hr-H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5A1A-F5AE-12B0-5C31-730E2E5760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548" y="2217343"/>
                <a:ext cx="9880893" cy="4745686"/>
              </a:xfrm>
              <a:blipFill>
                <a:blip r:embed="rId2"/>
                <a:stretch>
                  <a:fillRect l="-864" t="-1028" r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78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chemeClr val="bg1"/>
                </a:solidFill>
                <a:latin typeface="Times New Roman"/>
                <a:cs typeface="Times New Roman"/>
              </a:rPr>
              <a:t>Početni uvjeti i podaci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DB3CE5C6-7A9F-4A27-B81A-49738B999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91" y="-1"/>
            <a:ext cx="4992560" cy="685799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28D321A-DC3C-4060-B499-554397D122C8}"/>
              </a:ext>
            </a:extLst>
          </p:cNvPr>
          <p:cNvSpPr txBox="1">
            <a:spLocks/>
          </p:cNvSpPr>
          <p:nvPr/>
        </p:nvSpPr>
        <p:spPr>
          <a:xfrm>
            <a:off x="1155549" y="2180297"/>
            <a:ext cx="6002110" cy="388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Astronomski</a:t>
            </a:r>
            <a:r>
              <a:rPr lang="it-IT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podaci</a:t>
            </a:r>
            <a:r>
              <a:rPr lang="it-IT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it-IT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NASA SPICE </a:t>
            </a:r>
            <a:r>
              <a:rPr lang="it-IT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sustav</a:t>
            </a:r>
            <a:endParaRPr lang="hr-HR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ica 17">
            <a:extLst>
              <a:ext uri="{FF2B5EF4-FFF2-40B4-BE49-F238E27FC236}">
                <a16:creationId xmlns:a16="http://schemas.microsoft.com/office/drawing/2014/main" id="{AC2A7479-07A6-41E8-B58A-42D015CA0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343681"/>
              </p:ext>
            </p:extLst>
          </p:nvPr>
        </p:nvGraphicFramePr>
        <p:xfrm>
          <a:off x="1155549" y="2784182"/>
          <a:ext cx="552303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516">
                  <a:extLst>
                    <a:ext uri="{9D8B030D-6E8A-4147-A177-3AD203B41FA5}">
                      <a16:colId xmlns:a16="http://schemas.microsoft.com/office/drawing/2014/main" val="4278428988"/>
                    </a:ext>
                  </a:extLst>
                </a:gridCol>
                <a:gridCol w="2761516">
                  <a:extLst>
                    <a:ext uri="{9D8B030D-6E8A-4147-A177-3AD203B41FA5}">
                      <a16:colId xmlns:a16="http://schemas.microsoft.com/office/drawing/2014/main" val="2612542696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algn="ctr"/>
                      <a:r>
                        <a:rPr lang="hr-H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DATOTEKA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NAMJENA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528990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de442.bsp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položaji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brzine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planeta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15326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mar097.bsp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r-HR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oložaji</a:t>
                      </a:r>
                      <a:r>
                        <a:rPr lang="hr-HR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Marsa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567356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gm_de440.tpc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r-HR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gravitacijski parametri </a:t>
                      </a:r>
                    </a:p>
                    <a:p>
                      <a:pPr marL="0" algn="ctr" defTabSz="914400" rtl="0" eaLnBrk="1" latinLnBrk="0" hangingPunct="1"/>
                      <a:r>
                        <a:rPr lang="hr-HR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tijela (GM)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70358"/>
                  </a:ext>
                </a:extLst>
              </a:tr>
              <a:tr h="54927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pck00011.tpc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fizičke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karakteristike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tijela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radijusi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orijentacije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645920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naif0012.tls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pretvorba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vremena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korekcije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vremenskih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oznaka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935461"/>
                  </a:ext>
                </a:extLst>
              </a:tr>
            </a:tbl>
          </a:graphicData>
        </a:graphic>
      </p:graphicFrame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24E993-C5DC-4341-B43B-B16035B935AA}"/>
              </a:ext>
            </a:extLst>
          </p:cNvPr>
          <p:cNvSpPr txBox="1">
            <a:spLocks/>
          </p:cNvSpPr>
          <p:nvPr/>
        </p:nvSpPr>
        <p:spPr>
          <a:xfrm>
            <a:off x="1157020" y="6290974"/>
            <a:ext cx="6002110" cy="388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Dvodimenzionalni model Sunčeva sustava</a:t>
            </a:r>
          </a:p>
        </p:txBody>
      </p:sp>
    </p:spTree>
    <p:extLst>
      <p:ext uri="{BB962C8B-B14F-4D97-AF65-F5344CB8AC3E}">
        <p14:creationId xmlns:p14="http://schemas.microsoft.com/office/powerpoint/2010/main" val="2672355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hr-HR" dirty="0">
                <a:latin typeface="Times New Roman"/>
                <a:cs typeface="Times New Roman"/>
              </a:rPr>
              <a:t>Struktura programa</a:t>
            </a:r>
            <a:endParaRPr lang="en-US" dirty="0">
              <a:latin typeface="Times New Roman"/>
              <a:cs typeface="Times New Roman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4B60AF8-2B5F-4AC2-CD22-9CDB97DDB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867517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035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chemeClr val="bg1"/>
                </a:solidFill>
                <a:latin typeface="Times New Roman"/>
                <a:cs typeface="Times New Roman"/>
              </a:rPr>
              <a:t>Detekcija sudara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A1A-F5AE-12B0-5C31-730E2E57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4"/>
            <a:ext cx="9880893" cy="10148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hr-H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intervalu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Δ𝑡</a:t>
            </a:r>
            <a:r>
              <a:rPr lang="hr-H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putanja kometa i planeta aproksimira se kubnim </a:t>
            </a:r>
            <a:r>
              <a:rPr lang="hr-H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Hermiteovim interpolacijskim polinomom: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niOkvir 8">
                <a:extLst>
                  <a:ext uri="{FF2B5EF4-FFF2-40B4-BE49-F238E27FC236}">
                    <a16:creationId xmlns:a16="http://schemas.microsoft.com/office/drawing/2014/main" id="{7CE9EC69-BE40-41EE-A837-73A2C5C77FB2}"/>
                  </a:ext>
                </a:extLst>
              </p:cNvPr>
              <p:cNvSpPr txBox="1"/>
              <p:nvPr/>
            </p:nvSpPr>
            <p:spPr>
              <a:xfrm>
                <a:off x="1164454" y="3030773"/>
                <a:ext cx="9880893" cy="7134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00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 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hr-H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kstniOkvir 8">
                <a:extLst>
                  <a:ext uri="{FF2B5EF4-FFF2-40B4-BE49-F238E27FC236}">
                    <a16:creationId xmlns:a16="http://schemas.microsoft.com/office/drawing/2014/main" id="{7CE9EC69-BE40-41EE-A837-73A2C5C77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54" y="3030773"/>
                <a:ext cx="9880893" cy="7134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8787B36-F7ED-4D6F-8F9F-ED05DF6D9C5C}"/>
              </a:ext>
            </a:extLst>
          </p:cNvPr>
          <p:cNvSpPr txBox="1">
            <a:spLocks/>
          </p:cNvSpPr>
          <p:nvPr/>
        </p:nvSpPr>
        <p:spPr>
          <a:xfrm>
            <a:off x="1164454" y="5104521"/>
            <a:ext cx="9880893" cy="4718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hr-H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Kriterij sudara: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kstniOkvir 13">
                <a:extLst>
                  <a:ext uri="{FF2B5EF4-FFF2-40B4-BE49-F238E27FC236}">
                    <a16:creationId xmlns:a16="http://schemas.microsoft.com/office/drawing/2014/main" id="{78B8C748-CC97-40E5-BB2A-EB0D7D294EB2}"/>
                  </a:ext>
                </a:extLst>
              </p:cNvPr>
              <p:cNvSpPr txBox="1"/>
              <p:nvPr/>
            </p:nvSpPr>
            <p:spPr>
              <a:xfrm>
                <a:off x="68171" y="5438584"/>
                <a:ext cx="12073457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r-HR" sz="240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hr-HR" sz="2400"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hr-H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r-HR" sz="2400" b="1" i="1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hr-HR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r-HR" sz="2400" b="1" i="1"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e>
                          </m:d>
                          <m:r>
                            <a:rPr lang="hr-H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hr-HR" sz="2400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r-HR" sz="2400" b="1" i="1">
                                  <a:latin typeface="Cambria Math" panose="02040503050406030204" pitchFamily="18" charset="0"/>
                                </a:rPr>
                                <m:t>𝛌</m:t>
                              </m:r>
                            </m:e>
                          </m:d>
                        </m:e>
                      </m:d>
                      <m:r>
                        <a:rPr lang="hr-HR" sz="2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hr-HR" sz="2400" smtClean="0"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hr-H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hr-H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r-H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hr-HR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hr-HR" sz="2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b="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r-HR" sz="24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hr-HR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hr-H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r-H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kstniOkvir 13">
                <a:extLst>
                  <a:ext uri="{FF2B5EF4-FFF2-40B4-BE49-F238E27FC236}">
                    <a16:creationId xmlns:a16="http://schemas.microsoft.com/office/drawing/2014/main" id="{78B8C748-CC97-40E5-BB2A-EB0D7D294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1" y="5438584"/>
                <a:ext cx="12073457" cy="1339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ica 15">
                <a:extLst>
                  <a:ext uri="{FF2B5EF4-FFF2-40B4-BE49-F238E27FC236}">
                    <a16:creationId xmlns:a16="http://schemas.microsoft.com/office/drawing/2014/main" id="{0875CD22-C386-4B58-90ED-AF7B0F645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4832838"/>
                  </p:ext>
                </p:extLst>
              </p:nvPr>
            </p:nvGraphicFramePr>
            <p:xfrm>
              <a:off x="2040900" y="3921459"/>
              <a:ext cx="8128000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4039448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826906287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=1−3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89221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</m:d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hr-HR" sz="24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hr-HR" sz="24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9021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ica 15">
                <a:extLst>
                  <a:ext uri="{FF2B5EF4-FFF2-40B4-BE49-F238E27FC236}">
                    <a16:creationId xmlns:a16="http://schemas.microsoft.com/office/drawing/2014/main" id="{0875CD22-C386-4B58-90ED-AF7B0F6454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4832838"/>
                  </p:ext>
                </p:extLst>
              </p:nvPr>
            </p:nvGraphicFramePr>
            <p:xfrm>
              <a:off x="2040900" y="3921459"/>
              <a:ext cx="8128000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374039448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826906287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1205" r="-100150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00" t="-1205" r="-300" b="-10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89221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0" t="-101205" r="-10015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00" t="-101205" r="-300" b="-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902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492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1037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ere Did Comets Actually Come From? | Space">
            <a:extLst>
              <a:ext uri="{FF2B5EF4-FFF2-40B4-BE49-F238E27FC236}">
                <a16:creationId xmlns:a16="http://schemas.microsoft.com/office/drawing/2014/main" id="{40E259E6-2B7E-4316-AB9A-C1794785D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9" r="-1" b="-1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F90700EC-F926-4039-A594-B2B103DE2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hr-HR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Rezultati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" name="sketchy line">
            <a:extLst>
              <a:ext uri="{FF2B5EF4-FFF2-40B4-BE49-F238E27FC236}">
                <a16:creationId xmlns:a16="http://schemas.microsoft.com/office/drawing/2014/main" id="{DEF0EFD6-A3C2-4C94-A80A-BA9709D9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4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tekst, snimka zaslona, zaslon, dijagram&#10;&#10;Opis je automatski generiran">
            <a:extLst>
              <a:ext uri="{FF2B5EF4-FFF2-40B4-BE49-F238E27FC236}">
                <a16:creationId xmlns:a16="http://schemas.microsoft.com/office/drawing/2014/main" id="{02DBE28B-246D-47EB-A99C-AD1B967AC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1143000"/>
            <a:ext cx="9144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 descr="Slika na kojoj se prikazuje tekst, snimka zaslona, zaslon, softver&#10;&#10;Opis je automatski generiran">
            <a:extLst>
              <a:ext uri="{FF2B5EF4-FFF2-40B4-BE49-F238E27FC236}">
                <a16:creationId xmlns:a16="http://schemas.microsoft.com/office/drawing/2014/main" id="{E7AFAD3B-B21F-49CF-9EB3-5A7187D87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1143000"/>
            <a:ext cx="9144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23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>
                <a:solidFill>
                  <a:schemeClr val="bg1"/>
                </a:solidFill>
                <a:latin typeface="Times New Roman"/>
                <a:cs typeface="Times New Roman"/>
              </a:rPr>
              <a:t>Zaključci</a:t>
            </a: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1E8BAC41-EB18-4A1E-91F2-C8EA485AE2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097233"/>
              </p:ext>
            </p:extLst>
          </p:nvPr>
        </p:nvGraphicFramePr>
        <p:xfrm>
          <a:off x="838195" y="1876402"/>
          <a:ext cx="10515600" cy="4793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796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703E40-DEFF-F31E-C249-6B0BC755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829DF-3AA2-3D16-A46C-806C84F6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hr-HR">
                <a:solidFill>
                  <a:schemeClr val="bg1"/>
                </a:solidFill>
                <a:latin typeface="Times New Roman"/>
                <a:cs typeface="Times New Roman"/>
              </a:rPr>
              <a:t>Popis literature</a:t>
            </a:r>
            <a:endParaRPr lang="en-US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A1A-F5AE-12B0-5C31-730E2E57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[1] Dulčić, A., Poljak, N.,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Požek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M., 2023., Mehanika, Zagreb: Školska knjiga.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[2] NASA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Navigation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Ancillary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Information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Facility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NAIF: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Navigation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Ancillary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Information</a:t>
            </a:r>
            <a:r>
              <a:rPr lang="hr-HR" sz="18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Facility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https://naif.jpl.nasa.gov/pub/naif/, pristupljeno 12. 6. 2026.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[3]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Falk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R.,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Lecture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7: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Hermite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Interpolation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Math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373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Lecture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Notes), </a:t>
            </a:r>
            <a:r>
              <a:rPr lang="hr-HR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Rutgers</a:t>
            </a:r>
            <a:r>
              <a:rPr lang="hr-H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University, 	https://sites.math.rutgers.edu/~falk/math373/lecture7.pdf, pristupljeno 12. 6. 2026.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106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here Did Comets Actually Come From? | Space">
            <a:extLst>
              <a:ext uri="{FF2B5EF4-FFF2-40B4-BE49-F238E27FC236}">
                <a16:creationId xmlns:a16="http://schemas.microsoft.com/office/drawing/2014/main" id="{2B0FE321-CB4A-467C-AE1A-54F0D67CE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09" r="-1" b="-1"/>
          <a:stretch>
            <a:fillRect/>
          </a:stretch>
        </p:blipFill>
        <p:spPr bwMode="auto">
          <a:xfrm>
            <a:off x="20" y="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45731586-19BE-4125-8418-DE2CEC63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5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Hvala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pažnji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943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17061</TotalTime>
  <Words>500</Words>
  <Application>Microsoft Office PowerPoint</Application>
  <PresentationFormat>Široki zaslon</PresentationFormat>
  <Paragraphs>69</Paragraphs>
  <Slides>13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7</vt:i4>
      </vt:variant>
      <vt:variant>
        <vt:lpstr>Tema</vt:lpstr>
      </vt:variant>
      <vt:variant>
        <vt:i4>3</vt:i4>
      </vt:variant>
      <vt:variant>
        <vt:lpstr>Naslovi slajdova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Tema sustava Office</vt:lpstr>
      <vt:lpstr>office theme</vt:lpstr>
      <vt:lpstr>1_office theme</vt:lpstr>
      <vt:lpstr>Prolazak kometa kroz Sunčev sustav</vt:lpstr>
      <vt:lpstr>Sadržaj</vt:lpstr>
      <vt:lpstr>Opis zadatka</vt:lpstr>
      <vt:lpstr>Matematički i fizikalni model sustava</vt:lpstr>
      <vt:lpstr>Početni uvjeti i podaci</vt:lpstr>
      <vt:lpstr>Struktura programa</vt:lpstr>
      <vt:lpstr>Detekcija sudara</vt:lpstr>
      <vt:lpstr>Rezultati</vt:lpstr>
      <vt:lpstr>PowerPoint prezentacija</vt:lpstr>
      <vt:lpstr>PowerPoint prezentacija</vt:lpstr>
      <vt:lpstr>Zaključci</vt:lpstr>
      <vt:lpstr>Popis literature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Prolazak kometa kroz Sunčev sustav</dc:title>
  <dc:creator>Jan Vlahinić Portemer</dc:creator>
  <cp:lastModifiedBy>Saša Vlahinić</cp:lastModifiedBy>
  <cp:revision>36</cp:revision>
  <dcterms:created xsi:type="dcterms:W3CDTF">2026-06-03T06:56:04Z</dcterms:created>
  <dcterms:modified xsi:type="dcterms:W3CDTF">2026-06-17T14:06:34Z</dcterms:modified>
</cp:coreProperties>
</file>